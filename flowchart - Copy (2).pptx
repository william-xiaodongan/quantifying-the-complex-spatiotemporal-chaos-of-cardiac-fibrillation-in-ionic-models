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"/>
  </p:notesMasterIdLst>
  <p:sldIdLst>
    <p:sldId id="257" r:id="rId5"/>
  </p:sldIdLst>
  <p:sldSz cx="27432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86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  <a:srgbClr val="FFE5E5"/>
    <a:srgbClr val="FFF5FC"/>
    <a:srgbClr val="E59EDD"/>
    <a:srgbClr val="D86ECC"/>
    <a:srgbClr val="84E291"/>
    <a:srgbClr val="47D45A"/>
    <a:srgbClr val="F6C6AD"/>
    <a:srgbClr val="F5F6FF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7" autoAdjust="0"/>
    <p:restoredTop sz="91865" autoAdjust="0"/>
  </p:normalViewPr>
  <p:slideViewPr>
    <p:cSldViewPr snapToGrid="0">
      <p:cViewPr>
        <p:scale>
          <a:sx n="50" d="100"/>
          <a:sy n="50" d="100"/>
        </p:scale>
        <p:origin x="1350" y="36"/>
      </p:cViewPr>
      <p:guideLst>
        <p:guide orient="horz" pos="8640"/>
        <p:guide pos="86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D860-6EA9-4119-A999-7E65F9394C2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62E4E-FD9A-47D0-96B9-D05EB556C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1pPr>
    <a:lvl2pPr marL="1316257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2pPr>
    <a:lvl3pPr marL="2632520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3pPr>
    <a:lvl4pPr marL="3948777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4pPr>
    <a:lvl5pPr marL="5265035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5pPr>
    <a:lvl6pPr marL="6581296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6pPr>
    <a:lvl7pPr marL="7897557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7pPr>
    <a:lvl8pPr marL="9213814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8pPr>
    <a:lvl9pPr marL="10530075" algn="l" defTabSz="2632520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62E4E-FD9A-47D0-96B9-D05EB556C5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9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489452"/>
            <a:ext cx="23317200" cy="95504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4408152"/>
            <a:ext cx="20574000" cy="6623048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0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6838958"/>
            <a:ext cx="23660100" cy="11410948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8357858"/>
            <a:ext cx="23660100" cy="6000748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7302500"/>
            <a:ext cx="11658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7302500"/>
            <a:ext cx="11658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4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460506"/>
            <a:ext cx="236601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6724652"/>
            <a:ext cx="11605020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0020300"/>
            <a:ext cx="11605020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2" y="6724652"/>
            <a:ext cx="11662173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2" y="10020300"/>
            <a:ext cx="1166217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4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1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828800"/>
            <a:ext cx="8847534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3949706"/>
            <a:ext cx="13887450" cy="194945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8229600"/>
            <a:ext cx="8847534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828800"/>
            <a:ext cx="8847534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3949706"/>
            <a:ext cx="13887450" cy="19494500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8229600"/>
            <a:ext cx="8847534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9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460500"/>
            <a:ext cx="591502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460500"/>
            <a:ext cx="1740217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2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460506"/>
            <a:ext cx="236601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7302500"/>
            <a:ext cx="236601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25425406"/>
            <a:ext cx="6172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25425406"/>
            <a:ext cx="92583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25425406"/>
            <a:ext cx="6172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9" Type="http://schemas.openxmlformats.org/officeDocument/2006/relationships/image" Target="../media/image36.svg"/><Relationship Id="rId21" Type="http://schemas.openxmlformats.org/officeDocument/2006/relationships/image" Target="../media/image18.svg"/><Relationship Id="rId34" Type="http://schemas.openxmlformats.org/officeDocument/2006/relationships/image" Target="../media/image31.png"/><Relationship Id="rId42" Type="http://schemas.openxmlformats.org/officeDocument/2006/relationships/image" Target="../media/image39.png"/><Relationship Id="rId47" Type="http://schemas.openxmlformats.org/officeDocument/2006/relationships/image" Target="../media/image44.png"/><Relationship Id="rId50" Type="http://schemas.openxmlformats.org/officeDocument/2006/relationships/image" Target="../media/image47.png"/><Relationship Id="rId55" Type="http://schemas.openxmlformats.org/officeDocument/2006/relationships/image" Target="../media/image52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9" Type="http://schemas.openxmlformats.org/officeDocument/2006/relationships/image" Target="../media/image26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svg"/><Relationship Id="rId40" Type="http://schemas.openxmlformats.org/officeDocument/2006/relationships/image" Target="../media/image37.png"/><Relationship Id="rId45" Type="http://schemas.openxmlformats.org/officeDocument/2006/relationships/image" Target="../media/image42.png"/><Relationship Id="rId53" Type="http://schemas.openxmlformats.org/officeDocument/2006/relationships/image" Target="../media/image50.png"/><Relationship Id="rId58" Type="http://schemas.openxmlformats.org/officeDocument/2006/relationships/image" Target="../media/image55.png"/><Relationship Id="rId5" Type="http://schemas.openxmlformats.org/officeDocument/2006/relationships/image" Target="../media/image2.png"/><Relationship Id="rId61" Type="http://schemas.openxmlformats.org/officeDocument/2006/relationships/image" Target="../media/image58.png"/><Relationship Id="rId19" Type="http://schemas.openxmlformats.org/officeDocument/2006/relationships/image" Target="../media/image1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svg"/><Relationship Id="rId30" Type="http://schemas.openxmlformats.org/officeDocument/2006/relationships/image" Target="../media/image27.png"/><Relationship Id="rId35" Type="http://schemas.openxmlformats.org/officeDocument/2006/relationships/image" Target="../media/image32.sv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53.png"/><Relationship Id="rId8" Type="http://schemas.openxmlformats.org/officeDocument/2006/relationships/image" Target="../media/image5.png"/><Relationship Id="rId51" Type="http://schemas.openxmlformats.org/officeDocument/2006/relationships/image" Target="../media/image48.png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33" Type="http://schemas.openxmlformats.org/officeDocument/2006/relationships/image" Target="../media/image30.png"/><Relationship Id="rId38" Type="http://schemas.openxmlformats.org/officeDocument/2006/relationships/image" Target="../media/image35.png"/><Relationship Id="rId46" Type="http://schemas.openxmlformats.org/officeDocument/2006/relationships/image" Target="../media/image43.png"/><Relationship Id="rId59" Type="http://schemas.openxmlformats.org/officeDocument/2006/relationships/image" Target="../media/image56.png"/><Relationship Id="rId20" Type="http://schemas.openxmlformats.org/officeDocument/2006/relationships/image" Target="../media/image17.png"/><Relationship Id="rId41" Type="http://schemas.openxmlformats.org/officeDocument/2006/relationships/image" Target="../media/image38.svg"/><Relationship Id="rId54" Type="http://schemas.openxmlformats.org/officeDocument/2006/relationships/image" Target="../media/image51.png"/><Relationship Id="rId6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image" Target="../media/image12.svg"/><Relationship Id="rId23" Type="http://schemas.openxmlformats.org/officeDocument/2006/relationships/image" Target="../media/image20.sv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49" Type="http://schemas.openxmlformats.org/officeDocument/2006/relationships/image" Target="../media/image46.png"/><Relationship Id="rId57" Type="http://schemas.openxmlformats.org/officeDocument/2006/relationships/image" Target="../media/image54.png"/><Relationship Id="rId10" Type="http://schemas.openxmlformats.org/officeDocument/2006/relationships/image" Target="../media/image7.png"/><Relationship Id="rId31" Type="http://schemas.openxmlformats.org/officeDocument/2006/relationships/image" Target="../media/image28.png"/><Relationship Id="rId44" Type="http://schemas.openxmlformats.org/officeDocument/2006/relationships/image" Target="../media/image41.png"/><Relationship Id="rId52" Type="http://schemas.openxmlformats.org/officeDocument/2006/relationships/image" Target="../media/image49.png"/><Relationship Id="rId60" Type="http://schemas.openxmlformats.org/officeDocument/2006/relationships/image" Target="../media/image5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Rectangle: Rounded Corners 1189">
            <a:extLst>
              <a:ext uri="{FF2B5EF4-FFF2-40B4-BE49-F238E27FC236}">
                <a16:creationId xmlns:a16="http://schemas.microsoft.com/office/drawing/2014/main" id="{EB50EC37-BE06-AE9A-CEBB-62C65EC57221}"/>
              </a:ext>
            </a:extLst>
          </p:cNvPr>
          <p:cNvSpPr/>
          <p:nvPr/>
        </p:nvSpPr>
        <p:spPr>
          <a:xfrm>
            <a:off x="438150" y="426683"/>
            <a:ext cx="12155238" cy="10938004"/>
          </a:xfrm>
          <a:prstGeom prst="roundRect">
            <a:avLst>
              <a:gd name="adj" fmla="val 2370"/>
            </a:avLst>
          </a:prstGeom>
          <a:solidFill>
            <a:srgbClr val="FDFDF7"/>
          </a:solidFill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9A8E183-40FB-5B13-E2EF-D37C406062CA}"/>
              </a:ext>
            </a:extLst>
          </p:cNvPr>
          <p:cNvSpPr/>
          <p:nvPr/>
        </p:nvSpPr>
        <p:spPr>
          <a:xfrm>
            <a:off x="12818632" y="486028"/>
            <a:ext cx="11890302" cy="10938004"/>
          </a:xfrm>
          <a:prstGeom prst="roundRect">
            <a:avLst>
              <a:gd name="adj" fmla="val 2370"/>
            </a:avLst>
          </a:prstGeom>
          <a:solidFill>
            <a:srgbClr val="FDFDF7"/>
          </a:solidFill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2" name="Rectangle: Rounded Corners 1071">
            <a:extLst>
              <a:ext uri="{FF2B5EF4-FFF2-40B4-BE49-F238E27FC236}">
                <a16:creationId xmlns:a16="http://schemas.microsoft.com/office/drawing/2014/main" id="{6201495F-B92F-1F95-5403-54D10419CECC}"/>
              </a:ext>
            </a:extLst>
          </p:cNvPr>
          <p:cNvSpPr/>
          <p:nvPr/>
        </p:nvSpPr>
        <p:spPr>
          <a:xfrm>
            <a:off x="12966968" y="558201"/>
            <a:ext cx="11561483" cy="2914490"/>
          </a:xfrm>
          <a:prstGeom prst="roundRect">
            <a:avLst>
              <a:gd name="adj" fmla="val 6239"/>
            </a:avLst>
          </a:prstGeom>
          <a:solidFill>
            <a:srgbClr val="F5F6FF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3703C6-2B33-B815-6E66-DB7D2439B0A2}"/>
              </a:ext>
            </a:extLst>
          </p:cNvPr>
          <p:cNvSpPr/>
          <p:nvPr/>
        </p:nvSpPr>
        <p:spPr>
          <a:xfrm>
            <a:off x="591147" y="566334"/>
            <a:ext cx="4972026" cy="2864892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pic>
        <p:nvPicPr>
          <p:cNvPr id="10" name="Picture 9" descr="A pixelated heart with hands&#10;&#10;AI-generated content may be incorrect.">
            <a:extLst>
              <a:ext uri="{FF2B5EF4-FFF2-40B4-BE49-F238E27FC236}">
                <a16:creationId xmlns:a16="http://schemas.microsoft.com/office/drawing/2014/main" id="{731DB112-D4C7-2AE8-29DA-B5AFE26D7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7" b="89974" l="8301" r="93457">
                        <a14:foregroundMark x1="51367" y1="7031" x2="51367" y2="7031"/>
                        <a14:foregroundMark x1="20215" y1="8724" x2="20215" y2="8724"/>
                        <a14:foregroundMark x1="23340" y1="7878" x2="23340" y2="7878"/>
                        <a14:foregroundMark x1="27734" y1="7487" x2="27734" y2="7487"/>
                        <a14:foregroundMark x1="37695" y1="7487" x2="37695" y2="7487"/>
                        <a14:foregroundMark x1="37695" y1="7487" x2="37695" y2="7487"/>
                        <a14:foregroundMark x1="34570" y1="5404" x2="34570" y2="5404"/>
                        <a14:foregroundMark x1="34570" y1="5404" x2="34570" y2="5404"/>
                        <a14:foregroundMark x1="34570" y1="5404" x2="34570" y2="5404"/>
                        <a14:foregroundMark x1="30859" y1="5404" x2="30859" y2="5404"/>
                        <a14:foregroundMark x1="44531" y1="5404" x2="44531" y2="5404"/>
                        <a14:foregroundMark x1="50781" y1="5794" x2="50781" y2="5794"/>
                        <a14:foregroundMark x1="53906" y1="5794" x2="53906" y2="5794"/>
                        <a14:foregroundMark x1="47656" y1="7487" x2="47656" y2="7487"/>
                        <a14:foregroundMark x1="48242" y1="7031" x2="48242" y2="7031"/>
                        <a14:foregroundMark x1="45801" y1="9570" x2="45801" y2="9570"/>
                        <a14:foregroundMark x1="50098" y1="7487" x2="50098" y2="7487"/>
                        <a14:foregroundMark x1="48242" y1="6250" x2="48242" y2="6250"/>
                        <a14:foregroundMark x1="40137" y1="4557" x2="29590" y2="7487"/>
                        <a14:foregroundMark x1="19629" y1="9570" x2="19629" y2="9570"/>
                        <a14:foregroundMark x1="8398" y1="10352" x2="8398" y2="10352"/>
                        <a14:foregroundMark x1="30859" y1="9961" x2="30859" y2="9961"/>
                        <a14:foregroundMark x1="22070" y1="8724" x2="22070" y2="8724"/>
                        <a14:foregroundMark x1="28320" y1="12891" x2="28320" y2="16992"/>
                        <a14:foregroundMark x1="27051" y1="26563" x2="25195" y2="34049"/>
                        <a14:foregroundMark x1="24609" y1="41927" x2="22754" y2="46484"/>
                        <a14:foregroundMark x1="20215" y1="52734" x2="17773" y2="56901"/>
                        <a14:foregroundMark x1="16504" y1="61849" x2="17773" y2="69336"/>
                        <a14:foregroundMark x1="19629" y1="70964" x2="67676" y2="86328"/>
                        <a14:foregroundMark x1="67676" y1="86328" x2="67773" y2="37109"/>
                        <a14:foregroundMark x1="67773" y1="37109" x2="32813" y2="24544"/>
                        <a14:foregroundMark x1="32813" y1="24544" x2="47656" y2="14128"/>
                        <a14:foregroundMark x1="84375" y1="33203" x2="93457" y2="72331"/>
                        <a14:foregroundMark x1="93457" y1="72331" x2="79980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90" y="1050491"/>
            <a:ext cx="1587157" cy="23807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2B0C55-6D81-010B-1E25-A6776ACDADE3}"/>
              </a:ext>
            </a:extLst>
          </p:cNvPr>
          <p:cNvSpPr/>
          <p:nvPr/>
        </p:nvSpPr>
        <p:spPr>
          <a:xfrm>
            <a:off x="1278525" y="2217847"/>
            <a:ext cx="662872" cy="6878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4DC00E-602D-6267-B404-53627916B413}"/>
              </a:ext>
            </a:extLst>
          </p:cNvPr>
          <p:cNvCxnSpPr>
            <a:cxnSpLocks/>
          </p:cNvCxnSpPr>
          <p:nvPr/>
        </p:nvCxnSpPr>
        <p:spPr>
          <a:xfrm flipV="1">
            <a:off x="1941396" y="1513135"/>
            <a:ext cx="1839232" cy="704719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C720AE-AE80-FD86-EB55-D2374FAE856E}"/>
              </a:ext>
            </a:extLst>
          </p:cNvPr>
          <p:cNvCxnSpPr>
            <a:cxnSpLocks/>
          </p:cNvCxnSpPr>
          <p:nvPr/>
        </p:nvCxnSpPr>
        <p:spPr>
          <a:xfrm flipV="1">
            <a:off x="1941402" y="2850046"/>
            <a:ext cx="1904589" cy="8231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blue and orange swirls&#10;&#10;AI-generated content may be incorrect.">
            <a:extLst>
              <a:ext uri="{FF2B5EF4-FFF2-40B4-BE49-F238E27FC236}">
                <a16:creationId xmlns:a16="http://schemas.microsoft.com/office/drawing/2014/main" id="{4C60DF95-C189-D3DE-13DA-54541BC1BA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40" y="1513139"/>
            <a:ext cx="1336911" cy="1336911"/>
          </a:xfrm>
          <a:prstGeom prst="roundRect">
            <a:avLst>
              <a:gd name="adj" fmla="val 44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F71F242-0BF6-8D0E-6732-BB5D721164D3}"/>
              </a:ext>
            </a:extLst>
          </p:cNvPr>
          <p:cNvSpPr txBox="1"/>
          <p:nvPr/>
        </p:nvSpPr>
        <p:spPr>
          <a:xfrm>
            <a:off x="602790" y="587924"/>
            <a:ext cx="2361544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Simulation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720340BF-0AC9-6CB0-A0C8-0703256B8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4117" y="643973"/>
            <a:ext cx="1336911" cy="558488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6D4584-EE74-F7B8-81FC-E3D143C07931}"/>
              </a:ext>
            </a:extLst>
          </p:cNvPr>
          <p:cNvSpPr/>
          <p:nvPr/>
        </p:nvSpPr>
        <p:spPr>
          <a:xfrm>
            <a:off x="584610" y="3651049"/>
            <a:ext cx="11873922" cy="4637369"/>
          </a:xfrm>
          <a:prstGeom prst="roundRect">
            <a:avLst>
              <a:gd name="adj" fmla="val 6239"/>
            </a:avLst>
          </a:prstGeom>
          <a:solidFill>
            <a:srgbClr val="F9FCF7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2DA76F-B000-7CFF-FEA2-7E30552A362A}"/>
                  </a:ext>
                </a:extLst>
              </p:cNvPr>
              <p:cNvSpPr txBox="1"/>
              <p:nvPr/>
            </p:nvSpPr>
            <p:spPr>
              <a:xfrm>
                <a:off x="596256" y="3672637"/>
                <a:ext cx="3583871" cy="521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Data</a:t>
                </a:r>
                <a14:m>
                  <m:oMath xmlns:m="http://schemas.openxmlformats.org/officeDocument/2006/math">
                    <m:r>
                      <a:rPr lang="en-US" sz="2790" b="1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(point </a:t>
                </a:r>
                <a14:m>
                  <m:oMath xmlns:m="http://schemas.openxmlformats.org/officeDocument/2006/math">
                    <m:r>
                      <a:rPr lang="en-US" sz="27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) </a:t>
                </a:r>
                <a:r>
                  <a:rPr lang="en-US" sz="2790" b="1" dirty="0">
                    <a:latin typeface="Univers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790" b="1" dirty="0">
                    <a:latin typeface="HGGothicE" panose="020B0400000000000000" pitchFamily="49" charset="-128"/>
                    <a:ea typeface="HGGothicE" panose="020B0400000000000000" pitchFamily="49" charset="-128"/>
                    <a:cs typeface="Times New Roman" panose="02020603050405020304" pitchFamily="18" charset="0"/>
                  </a:rPr>
                  <a:t> </a:t>
                </a:r>
                <a:endParaRPr lang="en-US" sz="27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2DA76F-B000-7CFF-FEA2-7E30552A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56" y="3672637"/>
                <a:ext cx="3583871" cy="521681"/>
              </a:xfrm>
              <a:prstGeom prst="rect">
                <a:avLst/>
              </a:prstGeom>
              <a:blipFill>
                <a:blip r:embed="rId8"/>
                <a:stretch>
                  <a:fillRect l="-357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3CAFA050-C210-16D5-B39C-61D5660823B2}"/>
              </a:ext>
            </a:extLst>
          </p:cNvPr>
          <p:cNvSpPr txBox="1"/>
          <p:nvPr/>
        </p:nvSpPr>
        <p:spPr>
          <a:xfrm>
            <a:off x="568230" y="4263193"/>
            <a:ext cx="1090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Voltage(u)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3F1BCF-095F-CA6E-1712-5FA71F70E7AA}"/>
              </a:ext>
            </a:extLst>
          </p:cNvPr>
          <p:cNvSpPr txBox="1"/>
          <p:nvPr/>
        </p:nvSpPr>
        <p:spPr>
          <a:xfrm>
            <a:off x="852353" y="6849622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A086BC-152B-B4A3-4A54-0557E5314467}"/>
              </a:ext>
            </a:extLst>
          </p:cNvPr>
          <p:cNvSpPr txBox="1"/>
          <p:nvPr/>
        </p:nvSpPr>
        <p:spPr>
          <a:xfrm>
            <a:off x="698774" y="7580235"/>
            <a:ext cx="1043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</a:t>
            </a:r>
          </a:p>
        </p:txBody>
      </p:sp>
      <p:sp>
        <p:nvSpPr>
          <p:cNvPr id="48" name="Right Bracket 47">
            <a:extLst>
              <a:ext uri="{FF2B5EF4-FFF2-40B4-BE49-F238E27FC236}">
                <a16:creationId xmlns:a16="http://schemas.microsoft.com/office/drawing/2014/main" id="{F2BD9E04-5420-4873-E3AE-41F15DE4A0F2}"/>
              </a:ext>
            </a:extLst>
          </p:cNvPr>
          <p:cNvSpPr/>
          <p:nvPr/>
        </p:nvSpPr>
        <p:spPr>
          <a:xfrm rot="5400000">
            <a:off x="3305719" y="6464500"/>
            <a:ext cx="175773" cy="2774894"/>
          </a:xfrm>
          <a:prstGeom prst="righ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D48989-8158-44D6-6318-4802E1F62DC0}"/>
              </a:ext>
            </a:extLst>
          </p:cNvPr>
          <p:cNvSpPr txBox="1"/>
          <p:nvPr/>
        </p:nvSpPr>
        <p:spPr>
          <a:xfrm>
            <a:off x="1856292" y="787018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DBB811-5656-077E-0A31-FBEE853D8BBD}"/>
              </a:ext>
            </a:extLst>
          </p:cNvPr>
          <p:cNvSpPr txBox="1"/>
          <p:nvPr/>
        </p:nvSpPr>
        <p:spPr>
          <a:xfrm>
            <a:off x="4333837" y="7870181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52e4</a:t>
            </a:r>
          </a:p>
        </p:txBody>
      </p:sp>
      <p:sp>
        <p:nvSpPr>
          <p:cNvPr id="57" name="Right Bracket 56">
            <a:extLst>
              <a:ext uri="{FF2B5EF4-FFF2-40B4-BE49-F238E27FC236}">
                <a16:creationId xmlns:a16="http://schemas.microsoft.com/office/drawing/2014/main" id="{6880C309-9020-FBDA-01E3-9F8902335090}"/>
              </a:ext>
            </a:extLst>
          </p:cNvPr>
          <p:cNvSpPr/>
          <p:nvPr/>
        </p:nvSpPr>
        <p:spPr>
          <a:xfrm rot="5400000">
            <a:off x="8321935" y="4290674"/>
            <a:ext cx="175773" cy="7122548"/>
          </a:xfrm>
          <a:prstGeom prst="righ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23E276-9810-6570-A0DA-9ABE25622CF2}"/>
              </a:ext>
            </a:extLst>
          </p:cNvPr>
          <p:cNvSpPr txBox="1"/>
          <p:nvPr/>
        </p:nvSpPr>
        <p:spPr>
          <a:xfrm>
            <a:off x="11627889" y="7870181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183e4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D4FAE9-C2E4-C527-0C42-2223295E88C1}"/>
              </a:ext>
            </a:extLst>
          </p:cNvPr>
          <p:cNvSpPr txBox="1"/>
          <p:nvPr/>
        </p:nvSpPr>
        <p:spPr>
          <a:xfrm>
            <a:off x="2798223" y="7594782"/>
            <a:ext cx="1025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F88FB59-E6CE-843E-4D1A-D775A2E23FC0}"/>
                  </a:ext>
                </a:extLst>
              </p:cNvPr>
              <p:cNvSpPr txBox="1"/>
              <p:nvPr/>
            </p:nvSpPr>
            <p:spPr>
              <a:xfrm>
                <a:off x="5280197" y="7585336"/>
                <a:ext cx="470513" cy="356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F88FB59-E6CE-843E-4D1A-D775A2E2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197" y="7585336"/>
                <a:ext cx="470513" cy="356380"/>
              </a:xfrm>
              <a:prstGeom prst="rect">
                <a:avLst/>
              </a:prstGeom>
              <a:blipFill>
                <a:blip r:embed="rId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4946AA7C-CB48-5A18-7ADE-39BE3F83FF51}"/>
              </a:ext>
            </a:extLst>
          </p:cNvPr>
          <p:cNvCxnSpPr>
            <a:cxnSpLocks/>
          </p:cNvCxnSpPr>
          <p:nvPr/>
        </p:nvCxnSpPr>
        <p:spPr>
          <a:xfrm>
            <a:off x="6268588" y="7287115"/>
            <a:ext cx="0" cy="65272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7F7F6CDD-156F-A296-75B1-3B7D59B12BFA}"/>
              </a:ext>
            </a:extLst>
          </p:cNvPr>
          <p:cNvCxnSpPr>
            <a:cxnSpLocks/>
          </p:cNvCxnSpPr>
          <p:nvPr/>
        </p:nvCxnSpPr>
        <p:spPr>
          <a:xfrm>
            <a:off x="9108545" y="7325885"/>
            <a:ext cx="0" cy="61395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BA9370D3-32C4-642F-AF64-D81E35437F6B}"/>
              </a:ext>
            </a:extLst>
          </p:cNvPr>
          <p:cNvCxnSpPr>
            <a:cxnSpLocks/>
          </p:cNvCxnSpPr>
          <p:nvPr/>
        </p:nvCxnSpPr>
        <p:spPr>
          <a:xfrm>
            <a:off x="7689502" y="7325885"/>
            <a:ext cx="0" cy="60745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47A4D54A-E5C5-EAD5-4D6E-742726AD8112}"/>
              </a:ext>
            </a:extLst>
          </p:cNvPr>
          <p:cNvCxnSpPr>
            <a:cxnSpLocks/>
          </p:cNvCxnSpPr>
          <p:nvPr/>
        </p:nvCxnSpPr>
        <p:spPr>
          <a:xfrm>
            <a:off x="10520387" y="7397824"/>
            <a:ext cx="0" cy="5486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E120585-4A03-887A-ACFD-6D5D2C62268C}"/>
                  </a:ext>
                </a:extLst>
              </p:cNvPr>
              <p:cNvSpPr txBox="1"/>
              <p:nvPr/>
            </p:nvSpPr>
            <p:spPr>
              <a:xfrm>
                <a:off x="6782113" y="7587940"/>
                <a:ext cx="470513" cy="356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E120585-4A03-887A-ACFD-6D5D2C622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113" y="7587940"/>
                <a:ext cx="470513" cy="356380"/>
              </a:xfrm>
              <a:prstGeom prst="rect">
                <a:avLst/>
              </a:prstGeom>
              <a:blipFill>
                <a:blip r:embed="rId10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C765801-CB5A-6CD2-2FE1-B9D571E0766B}"/>
                  </a:ext>
                </a:extLst>
              </p:cNvPr>
              <p:cNvSpPr txBox="1"/>
              <p:nvPr/>
            </p:nvSpPr>
            <p:spPr>
              <a:xfrm>
                <a:off x="8210972" y="7586963"/>
                <a:ext cx="470513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C765801-CB5A-6CD2-2FE1-B9D571E0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972" y="7586963"/>
                <a:ext cx="470513" cy="357534"/>
              </a:xfrm>
              <a:prstGeom prst="rect">
                <a:avLst/>
              </a:prstGeom>
              <a:blipFill>
                <a:blip r:embed="rId11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126295C8-8CEF-EADA-D9CC-DBF46765A895}"/>
                  </a:ext>
                </a:extLst>
              </p:cNvPr>
              <p:cNvSpPr txBox="1"/>
              <p:nvPr/>
            </p:nvSpPr>
            <p:spPr>
              <a:xfrm>
                <a:off x="9595888" y="7586914"/>
                <a:ext cx="470513" cy="355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126295C8-8CEF-EADA-D9CC-DBF46765A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888" y="7586914"/>
                <a:ext cx="470513" cy="355738"/>
              </a:xfrm>
              <a:prstGeom prst="rect">
                <a:avLst/>
              </a:prstGeom>
              <a:blipFill>
                <a:blip r:embed="rId1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134937C0-D935-37E4-319C-F5924A14EEF5}"/>
                  </a:ext>
                </a:extLst>
              </p:cNvPr>
              <p:cNvSpPr txBox="1"/>
              <p:nvPr/>
            </p:nvSpPr>
            <p:spPr>
              <a:xfrm>
                <a:off x="11031922" y="7585260"/>
                <a:ext cx="470513" cy="361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134937C0-D935-37E4-319C-F5924A14E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1922" y="7585260"/>
                <a:ext cx="470513" cy="36118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8" name="Flowchart: Connector 1057">
            <a:extLst>
              <a:ext uri="{FF2B5EF4-FFF2-40B4-BE49-F238E27FC236}">
                <a16:creationId xmlns:a16="http://schemas.microsoft.com/office/drawing/2014/main" id="{4DDC754D-AEAC-030E-C166-7E928C19AC55}"/>
              </a:ext>
            </a:extLst>
          </p:cNvPr>
          <p:cNvSpPr/>
          <p:nvPr/>
        </p:nvSpPr>
        <p:spPr>
          <a:xfrm>
            <a:off x="4936364" y="1564458"/>
            <a:ext cx="150725" cy="1442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Flowchart: Connector 1058">
            <a:extLst>
              <a:ext uri="{FF2B5EF4-FFF2-40B4-BE49-F238E27FC236}">
                <a16:creationId xmlns:a16="http://schemas.microsoft.com/office/drawing/2014/main" id="{AB2FF581-FDAF-19FB-4997-0B12E9EADCA2}"/>
              </a:ext>
            </a:extLst>
          </p:cNvPr>
          <p:cNvSpPr/>
          <p:nvPr/>
        </p:nvSpPr>
        <p:spPr>
          <a:xfrm>
            <a:off x="3291688" y="3899131"/>
            <a:ext cx="150725" cy="1442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2" name="V 1">
            <a:extLst>
              <a:ext uri="{FF2B5EF4-FFF2-40B4-BE49-F238E27FC236}">
                <a16:creationId xmlns:a16="http://schemas.microsoft.com/office/drawing/2014/main" id="{E5D1DF12-9651-FF0B-AD04-2A4C7E0E5F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85629" y="4149459"/>
            <a:ext cx="3920320" cy="630936"/>
          </a:xfrm>
          <a:prstGeom prst="rect">
            <a:avLst/>
          </a:prstGeom>
        </p:spPr>
      </p:pic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81190BD8-39F4-F9D3-1678-F2F9C32EA2AB}"/>
              </a:ext>
            </a:extLst>
          </p:cNvPr>
          <p:cNvCxnSpPr>
            <a:cxnSpLocks/>
          </p:cNvCxnSpPr>
          <p:nvPr/>
        </p:nvCxnSpPr>
        <p:spPr>
          <a:xfrm>
            <a:off x="4847430" y="7287115"/>
            <a:ext cx="0" cy="6462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A1E3D48B-F4DA-0586-1B37-59C62EF6F158}"/>
              </a:ext>
            </a:extLst>
          </p:cNvPr>
          <p:cNvSpPr txBox="1"/>
          <p:nvPr/>
        </p:nvSpPr>
        <p:spPr>
          <a:xfrm>
            <a:off x="6063105" y="435996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E9728DF8-6483-954D-6F40-1E151C8A40BA}"/>
              </a:ext>
            </a:extLst>
          </p:cNvPr>
          <p:cNvSpPr txBox="1"/>
          <p:nvPr/>
        </p:nvSpPr>
        <p:spPr>
          <a:xfrm>
            <a:off x="6058455" y="691817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1B6E5C41-1AFB-4434-0562-98D54B2EF52F}"/>
              </a:ext>
            </a:extLst>
          </p:cNvPr>
          <p:cNvSpPr txBox="1"/>
          <p:nvPr/>
        </p:nvSpPr>
        <p:spPr>
          <a:xfrm>
            <a:off x="1564013" y="434457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5AC56F13-9511-5EB6-1E91-A87325E67F34}"/>
              </a:ext>
            </a:extLst>
          </p:cNvPr>
          <p:cNvSpPr txBox="1"/>
          <p:nvPr/>
        </p:nvSpPr>
        <p:spPr>
          <a:xfrm>
            <a:off x="1569227" y="691817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1084" name="V2">
            <a:extLst>
              <a:ext uri="{FF2B5EF4-FFF2-40B4-BE49-F238E27FC236}">
                <a16:creationId xmlns:a16="http://schemas.microsoft.com/office/drawing/2014/main" id="{C18B0D61-2EB4-CD21-5ADD-D50048D646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72647"/>
          <a:stretch>
            <a:fillRect/>
          </a:stretch>
        </p:blipFill>
        <p:spPr>
          <a:xfrm>
            <a:off x="6187807" y="4136062"/>
            <a:ext cx="1282698" cy="630936"/>
          </a:xfrm>
          <a:prstGeom prst="rect">
            <a:avLst/>
          </a:prstGeom>
        </p:spPr>
      </p:pic>
      <p:pic>
        <p:nvPicPr>
          <p:cNvPr id="1085" name="V3">
            <a:extLst>
              <a:ext uri="{FF2B5EF4-FFF2-40B4-BE49-F238E27FC236}">
                <a16:creationId xmlns:a16="http://schemas.microsoft.com/office/drawing/2014/main" id="{78657BC1-EAF9-C6AC-586F-14B75FD794A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26941" r="54176"/>
          <a:stretch>
            <a:fillRect/>
          </a:stretch>
        </p:blipFill>
        <p:spPr>
          <a:xfrm>
            <a:off x="7862315" y="4149459"/>
            <a:ext cx="1095135" cy="630936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09062B71-C14A-B111-40D7-B3D286653B62}"/>
              </a:ext>
            </a:extLst>
          </p:cNvPr>
          <p:cNvSpPr txBox="1"/>
          <p:nvPr/>
        </p:nvSpPr>
        <p:spPr>
          <a:xfrm>
            <a:off x="7471293" y="435996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F1A31DE8-889A-77EE-4693-21BEA5A377DF}"/>
              </a:ext>
            </a:extLst>
          </p:cNvPr>
          <p:cNvSpPr txBox="1"/>
          <p:nvPr/>
        </p:nvSpPr>
        <p:spPr>
          <a:xfrm>
            <a:off x="8904845" y="436342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2FCDC34B-04DD-5E4A-261C-84485EA60375}"/>
              </a:ext>
            </a:extLst>
          </p:cNvPr>
          <p:cNvSpPr txBox="1"/>
          <p:nvPr/>
        </p:nvSpPr>
        <p:spPr>
          <a:xfrm>
            <a:off x="10304388" y="435996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93C1D5FD-AE63-1F44-B2A1-49F9EC286AE7}"/>
              </a:ext>
            </a:extLst>
          </p:cNvPr>
          <p:cNvSpPr txBox="1"/>
          <p:nvPr/>
        </p:nvSpPr>
        <p:spPr>
          <a:xfrm>
            <a:off x="10324044" y="691181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5A189538-AC5A-39D0-C26C-A0F4E478579E}"/>
              </a:ext>
            </a:extLst>
          </p:cNvPr>
          <p:cNvSpPr txBox="1"/>
          <p:nvPr/>
        </p:nvSpPr>
        <p:spPr>
          <a:xfrm>
            <a:off x="8905001" y="691181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365E2280-A4B6-632C-5948-D5F86823F67A}"/>
              </a:ext>
            </a:extLst>
          </p:cNvPr>
          <p:cNvSpPr txBox="1"/>
          <p:nvPr/>
        </p:nvSpPr>
        <p:spPr>
          <a:xfrm>
            <a:off x="7476885" y="691181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1094" name="V4">
            <a:extLst>
              <a:ext uri="{FF2B5EF4-FFF2-40B4-BE49-F238E27FC236}">
                <a16:creationId xmlns:a16="http://schemas.microsoft.com/office/drawing/2014/main" id="{AFF7DB49-E195-8B03-F6A4-7FF58EAE3A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45842" r="28616"/>
          <a:stretch>
            <a:fillRect/>
          </a:stretch>
        </p:blipFill>
        <p:spPr>
          <a:xfrm>
            <a:off x="9294904" y="4144516"/>
            <a:ext cx="1074389" cy="630936"/>
          </a:xfrm>
          <a:prstGeom prst="rect">
            <a:avLst/>
          </a:prstGeom>
        </p:spPr>
      </p:pic>
      <p:pic>
        <p:nvPicPr>
          <p:cNvPr id="1096" name="V5">
            <a:extLst>
              <a:ext uri="{FF2B5EF4-FFF2-40B4-BE49-F238E27FC236}">
                <a16:creationId xmlns:a16="http://schemas.microsoft.com/office/drawing/2014/main" id="{864972B0-0C7F-220A-3BAE-EDF430F995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71634" r="3072"/>
          <a:stretch>
            <a:fillRect/>
          </a:stretch>
        </p:blipFill>
        <p:spPr>
          <a:xfrm>
            <a:off x="10724087" y="4144516"/>
            <a:ext cx="1247004" cy="630936"/>
          </a:xfrm>
          <a:prstGeom prst="rect">
            <a:avLst/>
          </a:prstGeom>
        </p:spPr>
      </p:pic>
      <p:pic>
        <p:nvPicPr>
          <p:cNvPr id="1133" name="APD1">
            <a:extLst>
              <a:ext uri="{FF2B5EF4-FFF2-40B4-BE49-F238E27FC236}">
                <a16:creationId xmlns:a16="http://schemas.microsoft.com/office/drawing/2014/main" id="{8D921A0F-7D47-894B-F915-9CEC8A1E54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89108" y="6640081"/>
            <a:ext cx="4200013" cy="685800"/>
          </a:xfrm>
          <a:prstGeom prst="rect">
            <a:avLst/>
          </a:prstGeom>
        </p:spPr>
      </p:pic>
      <p:pic>
        <p:nvPicPr>
          <p:cNvPr id="1135" name="APD2">
            <a:extLst>
              <a:ext uri="{FF2B5EF4-FFF2-40B4-BE49-F238E27FC236}">
                <a16:creationId xmlns:a16="http://schemas.microsoft.com/office/drawing/2014/main" id="{0356A2DD-EFAA-0AAE-26CC-7582D298755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60722" y="6712020"/>
            <a:ext cx="856603" cy="685800"/>
          </a:xfrm>
          <a:prstGeom prst="rect">
            <a:avLst/>
          </a:prstGeom>
        </p:spPr>
      </p:pic>
      <p:pic>
        <p:nvPicPr>
          <p:cNvPr id="1137" name="APD3">
            <a:extLst>
              <a:ext uri="{FF2B5EF4-FFF2-40B4-BE49-F238E27FC236}">
                <a16:creationId xmlns:a16="http://schemas.microsoft.com/office/drawing/2014/main" id="{AEA3C279-34DA-6F57-7D57-04837B82C98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77475" y="6601311"/>
            <a:ext cx="1092104" cy="685800"/>
          </a:xfrm>
          <a:prstGeom prst="rect">
            <a:avLst/>
          </a:prstGeom>
        </p:spPr>
      </p:pic>
      <p:pic>
        <p:nvPicPr>
          <p:cNvPr id="1139" name="APD4">
            <a:extLst>
              <a:ext uri="{FF2B5EF4-FFF2-40B4-BE49-F238E27FC236}">
                <a16:creationId xmlns:a16="http://schemas.microsoft.com/office/drawing/2014/main" id="{A56BF377-886B-4FF7-FECB-10517FEE2B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47608" y="6876204"/>
            <a:ext cx="1129093" cy="685800"/>
          </a:xfrm>
          <a:prstGeom prst="rect">
            <a:avLst/>
          </a:prstGeom>
        </p:spPr>
      </p:pic>
      <p:pic>
        <p:nvPicPr>
          <p:cNvPr id="1143" name="APD5">
            <a:extLst>
              <a:ext uri="{FF2B5EF4-FFF2-40B4-BE49-F238E27FC236}">
                <a16:creationId xmlns:a16="http://schemas.microsoft.com/office/drawing/2014/main" id="{DA92AE34-3253-1DF3-B4B2-C7C37FEBCBF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729679" y="6872107"/>
            <a:ext cx="1092104" cy="685800"/>
          </a:xfrm>
          <a:prstGeom prst="rect">
            <a:avLst/>
          </a:prstGeom>
        </p:spPr>
      </p:pic>
      <p:sp>
        <p:nvSpPr>
          <p:cNvPr id="1145" name="TextBox 1144">
            <a:extLst>
              <a:ext uri="{FF2B5EF4-FFF2-40B4-BE49-F238E27FC236}">
                <a16:creationId xmlns:a16="http://schemas.microsoft.com/office/drawing/2014/main" id="{9C3546C0-D3D8-85F9-DE43-BC5FA48CC673}"/>
              </a:ext>
            </a:extLst>
          </p:cNvPr>
          <p:cNvSpPr txBox="1"/>
          <p:nvPr/>
        </p:nvSpPr>
        <p:spPr>
          <a:xfrm>
            <a:off x="12953411" y="486028"/>
            <a:ext cx="4319580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Calculator (TC)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9" name="Rectangle: Rounded Corners 1148">
                <a:extLst>
                  <a:ext uri="{FF2B5EF4-FFF2-40B4-BE49-F238E27FC236}">
                    <a16:creationId xmlns:a16="http://schemas.microsoft.com/office/drawing/2014/main" id="{9DAC8150-E234-F814-A148-463D9EE3753A}"/>
                  </a:ext>
                </a:extLst>
              </p:cNvPr>
              <p:cNvSpPr/>
              <p:nvPr/>
            </p:nvSpPr>
            <p:spPr>
              <a:xfrm>
                <a:off x="13196156" y="1010301"/>
                <a:ext cx="67951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49" name="Rectangle: Rounded Corners 1148">
                <a:extLst>
                  <a:ext uri="{FF2B5EF4-FFF2-40B4-BE49-F238E27FC236}">
                    <a16:creationId xmlns:a16="http://schemas.microsoft.com/office/drawing/2014/main" id="{9DAC8150-E234-F814-A148-463D9EE37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1010301"/>
                <a:ext cx="67951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2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0" name="Rectangle: Rounded Corners 1149">
                <a:extLst>
                  <a:ext uri="{FF2B5EF4-FFF2-40B4-BE49-F238E27FC236}">
                    <a16:creationId xmlns:a16="http://schemas.microsoft.com/office/drawing/2014/main" id="{48EB1C92-A55D-06C4-8880-CDAF58DDF9F5}"/>
                  </a:ext>
                </a:extLst>
              </p:cNvPr>
              <p:cNvSpPr/>
              <p:nvPr/>
            </p:nvSpPr>
            <p:spPr>
              <a:xfrm>
                <a:off x="13196155" y="1875144"/>
                <a:ext cx="67951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0" name="Rectangle: Rounded Corners 1149">
                <a:extLst>
                  <a:ext uri="{FF2B5EF4-FFF2-40B4-BE49-F238E27FC236}">
                    <a16:creationId xmlns:a16="http://schemas.microsoft.com/office/drawing/2014/main" id="{48EB1C92-A55D-06C4-8880-CDAF58DDF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5" y="1875144"/>
                <a:ext cx="67951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2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1" name="TextBox 1150">
            <a:extLst>
              <a:ext uri="{FF2B5EF4-FFF2-40B4-BE49-F238E27FC236}">
                <a16:creationId xmlns:a16="http://schemas.microsoft.com/office/drawing/2014/main" id="{B10859FF-B9FF-EA29-F098-AEF7E9105A93}"/>
              </a:ext>
            </a:extLst>
          </p:cNvPr>
          <p:cNvSpPr txBox="1"/>
          <p:nvPr/>
        </p:nvSpPr>
        <p:spPr>
          <a:xfrm>
            <a:off x="13321532" y="250807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Rectangle: Rounded Corners 1151">
                <a:extLst>
                  <a:ext uri="{FF2B5EF4-FFF2-40B4-BE49-F238E27FC236}">
                    <a16:creationId xmlns:a16="http://schemas.microsoft.com/office/drawing/2014/main" id="{BF5A8185-5F5F-03E2-4828-FC71BED88A0E}"/>
                  </a:ext>
                </a:extLst>
              </p:cNvPr>
              <p:cNvSpPr/>
              <p:nvPr/>
            </p:nvSpPr>
            <p:spPr>
              <a:xfrm>
                <a:off x="13196156" y="2797018"/>
                <a:ext cx="67951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2" name="Rectangle: Rounded Corners 1151">
                <a:extLst>
                  <a:ext uri="{FF2B5EF4-FFF2-40B4-BE49-F238E27FC236}">
                    <a16:creationId xmlns:a16="http://schemas.microsoft.com/office/drawing/2014/main" id="{BF5A8185-5F5F-03E2-4828-FC71BED88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2797018"/>
                <a:ext cx="67951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Arrow: Right 1152">
            <a:extLst>
              <a:ext uri="{FF2B5EF4-FFF2-40B4-BE49-F238E27FC236}">
                <a16:creationId xmlns:a16="http://schemas.microsoft.com/office/drawing/2014/main" id="{4F548775-4604-CF59-E6C7-8E3F0F3EA57F}"/>
              </a:ext>
            </a:extLst>
          </p:cNvPr>
          <p:cNvSpPr/>
          <p:nvPr/>
        </p:nvSpPr>
        <p:spPr>
          <a:xfrm>
            <a:off x="14008356" y="12114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" name="Arrow: Right 1153">
            <a:extLst>
              <a:ext uri="{FF2B5EF4-FFF2-40B4-BE49-F238E27FC236}">
                <a16:creationId xmlns:a16="http://schemas.microsoft.com/office/drawing/2014/main" id="{6B5F8950-89C7-F6AD-7308-AAAE83BBCA88}"/>
              </a:ext>
            </a:extLst>
          </p:cNvPr>
          <p:cNvSpPr/>
          <p:nvPr/>
        </p:nvSpPr>
        <p:spPr>
          <a:xfrm>
            <a:off x="14008355" y="2062269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5" name="Arrow: Right 1154">
            <a:extLst>
              <a:ext uri="{FF2B5EF4-FFF2-40B4-BE49-F238E27FC236}">
                <a16:creationId xmlns:a16="http://schemas.microsoft.com/office/drawing/2014/main" id="{76A45E06-872E-D4FE-6543-BEA8F8285509}"/>
              </a:ext>
            </a:extLst>
          </p:cNvPr>
          <p:cNvSpPr/>
          <p:nvPr/>
        </p:nvSpPr>
        <p:spPr>
          <a:xfrm>
            <a:off x="14008354" y="299458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" name="Rectangle: Rounded Corners 1155">
            <a:extLst>
              <a:ext uri="{FF2B5EF4-FFF2-40B4-BE49-F238E27FC236}">
                <a16:creationId xmlns:a16="http://schemas.microsoft.com/office/drawing/2014/main" id="{DA7783F3-D10B-1F77-1292-4AF6DD11543E}"/>
              </a:ext>
            </a:extLst>
          </p:cNvPr>
          <p:cNvSpPr/>
          <p:nvPr/>
        </p:nvSpPr>
        <p:spPr>
          <a:xfrm>
            <a:off x="14602955" y="995525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59" name="Rectangle: Rounded Corners 1158">
            <a:extLst>
              <a:ext uri="{FF2B5EF4-FFF2-40B4-BE49-F238E27FC236}">
                <a16:creationId xmlns:a16="http://schemas.microsoft.com/office/drawing/2014/main" id="{D2F85AEE-683C-9EF5-3425-6E148E4759D1}"/>
              </a:ext>
            </a:extLst>
          </p:cNvPr>
          <p:cNvSpPr/>
          <p:nvPr/>
        </p:nvSpPr>
        <p:spPr>
          <a:xfrm>
            <a:off x="14602955" y="1860368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60" name="Rectangle: Rounded Corners 1159">
            <a:extLst>
              <a:ext uri="{FF2B5EF4-FFF2-40B4-BE49-F238E27FC236}">
                <a16:creationId xmlns:a16="http://schemas.microsoft.com/office/drawing/2014/main" id="{EEA5ACEA-793C-403A-E877-1702A7E8C18D}"/>
              </a:ext>
            </a:extLst>
          </p:cNvPr>
          <p:cNvSpPr/>
          <p:nvPr/>
        </p:nvSpPr>
        <p:spPr>
          <a:xfrm>
            <a:off x="14602955" y="2782242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61" name="Arrow: Right 1160">
            <a:extLst>
              <a:ext uri="{FF2B5EF4-FFF2-40B4-BE49-F238E27FC236}">
                <a16:creationId xmlns:a16="http://schemas.microsoft.com/office/drawing/2014/main" id="{2796C9CE-0804-2EFF-10EF-232BD4213C8A}"/>
              </a:ext>
            </a:extLst>
          </p:cNvPr>
          <p:cNvSpPr/>
          <p:nvPr/>
        </p:nvSpPr>
        <p:spPr>
          <a:xfrm>
            <a:off x="15800016" y="12114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Arrow: Right 1161">
            <a:extLst>
              <a:ext uri="{FF2B5EF4-FFF2-40B4-BE49-F238E27FC236}">
                <a16:creationId xmlns:a16="http://schemas.microsoft.com/office/drawing/2014/main" id="{0870D2F0-FE40-B1F0-E0DC-71CDF82190A4}"/>
              </a:ext>
            </a:extLst>
          </p:cNvPr>
          <p:cNvSpPr/>
          <p:nvPr/>
        </p:nvSpPr>
        <p:spPr>
          <a:xfrm>
            <a:off x="15800016" y="2077019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Arrow: Right 1162">
            <a:extLst>
              <a:ext uri="{FF2B5EF4-FFF2-40B4-BE49-F238E27FC236}">
                <a16:creationId xmlns:a16="http://schemas.microsoft.com/office/drawing/2014/main" id="{8375402B-91D9-7884-CED2-EE96128669DA}"/>
              </a:ext>
            </a:extLst>
          </p:cNvPr>
          <p:cNvSpPr/>
          <p:nvPr/>
        </p:nvSpPr>
        <p:spPr>
          <a:xfrm>
            <a:off x="15800016" y="3000546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23A8EB5E-95C8-4503-9ADE-E1AD4AEFFE5C}"/>
              </a:ext>
            </a:extLst>
          </p:cNvPr>
          <p:cNvSpPr txBox="1"/>
          <p:nvPr/>
        </p:nvSpPr>
        <p:spPr>
          <a:xfrm>
            <a:off x="14924485" y="2490945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927E2461-3D19-B84F-3944-4063B36D01EF}"/>
                  </a:ext>
                </a:extLst>
              </p:cNvPr>
              <p:cNvSpPr/>
              <p:nvPr/>
            </p:nvSpPr>
            <p:spPr>
              <a:xfrm>
                <a:off x="16393113" y="995525"/>
                <a:ext cx="10649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927E2461-3D19-B84F-3944-4063B36D0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3" y="995525"/>
                <a:ext cx="10649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1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B984E505-767F-7114-934C-D19FC3F81C13}"/>
                  </a:ext>
                </a:extLst>
              </p:cNvPr>
              <p:cNvSpPr/>
              <p:nvPr/>
            </p:nvSpPr>
            <p:spPr>
              <a:xfrm>
                <a:off x="16393112" y="1860368"/>
                <a:ext cx="10649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B984E505-767F-7114-934C-D19FC3F81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2" y="1860368"/>
                <a:ext cx="10649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0C5D175D-1F8C-FEC4-63DC-96088FB8D69D}"/>
                  </a:ext>
                </a:extLst>
              </p:cNvPr>
              <p:cNvSpPr/>
              <p:nvPr/>
            </p:nvSpPr>
            <p:spPr>
              <a:xfrm>
                <a:off x="16393113" y="2782242"/>
                <a:ext cx="10649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0C5D175D-1F8C-FEC4-63DC-96088FB8D6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3" y="2782242"/>
                <a:ext cx="10649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EFF324-A91F-A86D-D2FB-70C53DBF1E6E}"/>
              </a:ext>
            </a:extLst>
          </p:cNvPr>
          <p:cNvSpPr txBox="1"/>
          <p:nvPr/>
        </p:nvSpPr>
        <p:spPr>
          <a:xfrm>
            <a:off x="1017311" y="514036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10CB2-F702-3E17-7AE5-5B3CBE40779B}"/>
              </a:ext>
            </a:extLst>
          </p:cNvPr>
          <p:cNvSpPr txBox="1"/>
          <p:nvPr/>
        </p:nvSpPr>
        <p:spPr>
          <a:xfrm>
            <a:off x="6064235" y="524627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5095C-4D71-AC55-99AF-EAFD74B94045}"/>
              </a:ext>
            </a:extLst>
          </p:cNvPr>
          <p:cNvSpPr txBox="1"/>
          <p:nvPr/>
        </p:nvSpPr>
        <p:spPr>
          <a:xfrm>
            <a:off x="1565143" y="523088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F75A0-C4A7-6EF6-5F2A-9CA73BC6A3DD}"/>
              </a:ext>
            </a:extLst>
          </p:cNvPr>
          <p:cNvSpPr txBox="1"/>
          <p:nvPr/>
        </p:nvSpPr>
        <p:spPr>
          <a:xfrm>
            <a:off x="7472423" y="524627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B3956-98E9-DC00-3E7E-BE15265FFCA2}"/>
              </a:ext>
            </a:extLst>
          </p:cNvPr>
          <p:cNvSpPr txBox="1"/>
          <p:nvPr/>
        </p:nvSpPr>
        <p:spPr>
          <a:xfrm>
            <a:off x="8905975" y="5249735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C2D6FD-9969-0368-ABF5-5F4EC2795B00}"/>
              </a:ext>
            </a:extLst>
          </p:cNvPr>
          <p:cNvSpPr txBox="1"/>
          <p:nvPr/>
        </p:nvSpPr>
        <p:spPr>
          <a:xfrm>
            <a:off x="10305518" y="524627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CB1E1-DCA6-27F5-E4C2-89AEA140797E}"/>
              </a:ext>
            </a:extLst>
          </p:cNvPr>
          <p:cNvSpPr txBox="1"/>
          <p:nvPr/>
        </p:nvSpPr>
        <p:spPr>
          <a:xfrm>
            <a:off x="998081" y="603440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B3939-4DEE-458D-0270-E1F7259EE98F}"/>
              </a:ext>
            </a:extLst>
          </p:cNvPr>
          <p:cNvSpPr txBox="1"/>
          <p:nvPr/>
        </p:nvSpPr>
        <p:spPr>
          <a:xfrm>
            <a:off x="6058767" y="616121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9A6E76-B0B3-B554-3372-82B1FC306B5C}"/>
              </a:ext>
            </a:extLst>
          </p:cNvPr>
          <p:cNvSpPr txBox="1"/>
          <p:nvPr/>
        </p:nvSpPr>
        <p:spPr>
          <a:xfrm>
            <a:off x="1559675" y="614582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4E1388-A8F7-377E-EEB9-28993D5C8023}"/>
              </a:ext>
            </a:extLst>
          </p:cNvPr>
          <p:cNvSpPr txBox="1"/>
          <p:nvPr/>
        </p:nvSpPr>
        <p:spPr>
          <a:xfrm>
            <a:off x="7466955" y="616121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C04E6-10DB-0F3F-5BB8-3CAB1FCB60ED}"/>
              </a:ext>
            </a:extLst>
          </p:cNvPr>
          <p:cNvSpPr txBox="1"/>
          <p:nvPr/>
        </p:nvSpPr>
        <p:spPr>
          <a:xfrm>
            <a:off x="8900507" y="616467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820DA2-DCC8-921E-30CB-D2ED1C04013B}"/>
              </a:ext>
            </a:extLst>
          </p:cNvPr>
          <p:cNvSpPr txBox="1"/>
          <p:nvPr/>
        </p:nvSpPr>
        <p:spPr>
          <a:xfrm>
            <a:off x="10300050" y="616121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58" name="v2">
            <a:extLst>
              <a:ext uri="{FF2B5EF4-FFF2-40B4-BE49-F238E27FC236}">
                <a16:creationId xmlns:a16="http://schemas.microsoft.com/office/drawing/2014/main" id="{688CEEE2-7D03-D07C-1571-12B19FCB02B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r="74351"/>
          <a:stretch>
            <a:fillRect/>
          </a:stretch>
        </p:blipFill>
        <p:spPr>
          <a:xfrm>
            <a:off x="6338452" y="5045090"/>
            <a:ext cx="1078873" cy="630936"/>
          </a:xfrm>
          <a:prstGeom prst="rect">
            <a:avLst/>
          </a:prstGeom>
        </p:spPr>
      </p:pic>
      <p:pic>
        <p:nvPicPr>
          <p:cNvPr id="63" name="v1">
            <a:extLst>
              <a:ext uri="{FF2B5EF4-FFF2-40B4-BE49-F238E27FC236}">
                <a16:creationId xmlns:a16="http://schemas.microsoft.com/office/drawing/2014/main" id="{8B1FA3E9-9C80-D741-DD7C-88D2FE8E2D6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842669" y="5030827"/>
            <a:ext cx="4206240" cy="630936"/>
          </a:xfrm>
          <a:prstGeom prst="rect">
            <a:avLst/>
          </a:prstGeom>
        </p:spPr>
      </p:pic>
      <p:pic>
        <p:nvPicPr>
          <p:cNvPr id="1025" name="v5">
            <a:extLst>
              <a:ext uri="{FF2B5EF4-FFF2-40B4-BE49-F238E27FC236}">
                <a16:creationId xmlns:a16="http://schemas.microsoft.com/office/drawing/2014/main" id="{6987A31A-810C-AE45-D3E9-4D278F691D6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74322"/>
          <a:stretch>
            <a:fillRect/>
          </a:stretch>
        </p:blipFill>
        <p:spPr>
          <a:xfrm>
            <a:off x="10850586" y="5030827"/>
            <a:ext cx="1080070" cy="630936"/>
          </a:xfrm>
          <a:prstGeom prst="rect">
            <a:avLst/>
          </a:prstGeom>
        </p:spPr>
      </p:pic>
      <p:pic>
        <p:nvPicPr>
          <p:cNvPr id="1026" name="v3">
            <a:extLst>
              <a:ext uri="{FF2B5EF4-FFF2-40B4-BE49-F238E27FC236}">
                <a16:creationId xmlns:a16="http://schemas.microsoft.com/office/drawing/2014/main" id="{B03E681E-E877-B236-37DE-46207532E86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23791" r="50928"/>
          <a:stretch>
            <a:fillRect/>
          </a:stretch>
        </p:blipFill>
        <p:spPr>
          <a:xfrm>
            <a:off x="7862315" y="5030827"/>
            <a:ext cx="1063379" cy="630936"/>
          </a:xfrm>
          <a:prstGeom prst="rect">
            <a:avLst/>
          </a:prstGeom>
        </p:spPr>
      </p:pic>
      <p:pic>
        <p:nvPicPr>
          <p:cNvPr id="1033" name="v4">
            <a:extLst>
              <a:ext uri="{FF2B5EF4-FFF2-40B4-BE49-F238E27FC236}">
                <a16:creationId xmlns:a16="http://schemas.microsoft.com/office/drawing/2014/main" id="{49356F3F-164F-5825-8797-DB3CE8610AE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43533" r="25242"/>
          <a:stretch>
            <a:fillRect/>
          </a:stretch>
        </p:blipFill>
        <p:spPr>
          <a:xfrm>
            <a:off x="9264633" y="5036962"/>
            <a:ext cx="1155096" cy="630936"/>
          </a:xfrm>
          <a:prstGeom prst="rect">
            <a:avLst/>
          </a:prstGeom>
        </p:spPr>
      </p:pic>
      <p:pic>
        <p:nvPicPr>
          <p:cNvPr id="1036" name="Graphic 1035">
            <a:extLst>
              <a:ext uri="{FF2B5EF4-FFF2-40B4-BE49-F238E27FC236}">
                <a16:creationId xmlns:a16="http://schemas.microsoft.com/office/drawing/2014/main" id="{768BB360-117E-1278-5B3B-5AB5A03824F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919248" y="5868166"/>
            <a:ext cx="4206240" cy="630936"/>
          </a:xfrm>
          <a:prstGeom prst="rect">
            <a:avLst/>
          </a:prstGeom>
        </p:spPr>
      </p:pic>
      <p:pic>
        <p:nvPicPr>
          <p:cNvPr id="1038" name="Graphic 1037">
            <a:extLst>
              <a:ext uri="{FF2B5EF4-FFF2-40B4-BE49-F238E27FC236}">
                <a16:creationId xmlns:a16="http://schemas.microsoft.com/office/drawing/2014/main" id="{DCCB14DA-5AB3-BC78-9CB0-489FCF62565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r="75486"/>
          <a:stretch>
            <a:fillRect/>
          </a:stretch>
        </p:blipFill>
        <p:spPr>
          <a:xfrm>
            <a:off x="6313593" y="5965716"/>
            <a:ext cx="1031133" cy="630936"/>
          </a:xfrm>
          <a:prstGeom prst="rect">
            <a:avLst/>
          </a:prstGeom>
        </p:spPr>
      </p:pic>
      <p:pic>
        <p:nvPicPr>
          <p:cNvPr id="1039" name="Graphic 1038">
            <a:extLst>
              <a:ext uri="{FF2B5EF4-FFF2-40B4-BE49-F238E27FC236}">
                <a16:creationId xmlns:a16="http://schemas.microsoft.com/office/drawing/2014/main" id="{773AE75C-0686-67D1-A0D4-FD6908C890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70089"/>
          <a:stretch>
            <a:fillRect/>
          </a:stretch>
        </p:blipFill>
        <p:spPr>
          <a:xfrm>
            <a:off x="10873367" y="5969729"/>
            <a:ext cx="1258135" cy="630936"/>
          </a:xfrm>
          <a:prstGeom prst="rect">
            <a:avLst/>
          </a:prstGeom>
        </p:spPr>
      </p:pic>
      <p:pic>
        <p:nvPicPr>
          <p:cNvPr id="1040" name="Graphic 1039">
            <a:extLst>
              <a:ext uri="{FF2B5EF4-FFF2-40B4-BE49-F238E27FC236}">
                <a16:creationId xmlns:a16="http://schemas.microsoft.com/office/drawing/2014/main" id="{FFCF867C-6C44-BEF0-2DC0-5D79CCF64B7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44642" r="29247"/>
          <a:stretch>
            <a:fillRect/>
          </a:stretch>
        </p:blipFill>
        <p:spPr>
          <a:xfrm>
            <a:off x="9302821" y="5967662"/>
            <a:ext cx="1098342" cy="630936"/>
          </a:xfrm>
          <a:prstGeom prst="rect">
            <a:avLst/>
          </a:prstGeom>
        </p:spPr>
      </p:pic>
      <p:pic>
        <p:nvPicPr>
          <p:cNvPr id="1041" name="Graphic 1040">
            <a:extLst>
              <a:ext uri="{FF2B5EF4-FFF2-40B4-BE49-F238E27FC236}">
                <a16:creationId xmlns:a16="http://schemas.microsoft.com/office/drawing/2014/main" id="{3EE11026-9585-8545-B3E5-B52B4F8F937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25579" r="54963"/>
          <a:stretch>
            <a:fillRect/>
          </a:stretch>
        </p:blipFill>
        <p:spPr>
          <a:xfrm>
            <a:off x="8000581" y="5880973"/>
            <a:ext cx="818479" cy="630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59696CE-4792-FB54-B179-C408EDB9A5C1}"/>
                  </a:ext>
                </a:extLst>
              </p:cNvPr>
              <p:cNvSpPr txBox="1"/>
              <p:nvPr/>
            </p:nvSpPr>
            <p:spPr>
              <a:xfrm>
                <a:off x="5045701" y="1384892"/>
                <a:ext cx="360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59696CE-4792-FB54-B179-C408EDB9A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701" y="1384892"/>
                <a:ext cx="360996" cy="46166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8" name="Rectangle: Rounded Corners 1077">
                <a:extLst>
                  <a:ext uri="{FF2B5EF4-FFF2-40B4-BE49-F238E27FC236}">
                    <a16:creationId xmlns:a16="http://schemas.microsoft.com/office/drawing/2014/main" id="{3E8EF5CD-0DB6-21E2-6D10-F38D94613501}"/>
                  </a:ext>
                </a:extLst>
              </p:cNvPr>
              <p:cNvSpPr/>
              <p:nvPr/>
            </p:nvSpPr>
            <p:spPr>
              <a:xfrm>
                <a:off x="19936814" y="995525"/>
                <a:ext cx="1064965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8" name="Rectangle: Rounded Corners 1077">
                <a:extLst>
                  <a:ext uri="{FF2B5EF4-FFF2-40B4-BE49-F238E27FC236}">
                    <a16:creationId xmlns:a16="http://schemas.microsoft.com/office/drawing/2014/main" id="{3E8EF5CD-0DB6-21E2-6D10-F38D94613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6814" y="995525"/>
                <a:ext cx="1064965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1954C017-51F3-D292-1A44-0C5723FF925A}"/>
                  </a:ext>
                </a:extLst>
              </p:cNvPr>
              <p:cNvSpPr/>
              <p:nvPr/>
            </p:nvSpPr>
            <p:spPr>
              <a:xfrm>
                <a:off x="19936810" y="1895174"/>
                <a:ext cx="1064970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1954C017-51F3-D292-1A44-0C5723FF9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6810" y="1895174"/>
                <a:ext cx="1064970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4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0" name="TextBox 1079">
            <a:extLst>
              <a:ext uri="{FF2B5EF4-FFF2-40B4-BE49-F238E27FC236}">
                <a16:creationId xmlns:a16="http://schemas.microsoft.com/office/drawing/2014/main" id="{903B9D23-475F-22C7-B1EC-87E6E7971F56}"/>
              </a:ext>
            </a:extLst>
          </p:cNvPr>
          <p:cNvSpPr txBox="1"/>
          <p:nvPr/>
        </p:nvSpPr>
        <p:spPr>
          <a:xfrm>
            <a:off x="20251827" y="161755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64DA7E74-F80F-6C6D-E58D-685297476B1E}"/>
                  </a:ext>
                </a:extLst>
              </p:cNvPr>
              <p:cNvSpPr/>
              <p:nvPr/>
            </p:nvSpPr>
            <p:spPr>
              <a:xfrm>
                <a:off x="23475826" y="1010301"/>
                <a:ext cx="508167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64DA7E74-F80F-6C6D-E58D-685297476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5826" y="1010301"/>
                <a:ext cx="508167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5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7" name="TextBox 1196">
            <a:extLst>
              <a:ext uri="{FF2B5EF4-FFF2-40B4-BE49-F238E27FC236}">
                <a16:creationId xmlns:a16="http://schemas.microsoft.com/office/drawing/2014/main" id="{2B1F6C32-2FBE-354F-4E42-91A77DB33BFD}"/>
              </a:ext>
            </a:extLst>
          </p:cNvPr>
          <p:cNvSpPr txBox="1"/>
          <p:nvPr/>
        </p:nvSpPr>
        <p:spPr>
          <a:xfrm>
            <a:off x="16714641" y="2490945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17AB70D-A43A-BF80-4CC9-88DA45597C2D}"/>
              </a:ext>
            </a:extLst>
          </p:cNvPr>
          <p:cNvSpPr txBox="1"/>
          <p:nvPr/>
        </p:nvSpPr>
        <p:spPr>
          <a:xfrm>
            <a:off x="14924485" y="158790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53" name="Arrow: Right 1052">
            <a:extLst>
              <a:ext uri="{FF2B5EF4-FFF2-40B4-BE49-F238E27FC236}">
                <a16:creationId xmlns:a16="http://schemas.microsoft.com/office/drawing/2014/main" id="{42F45CC6-441B-14C3-BD7E-851E9D3A0B6A}"/>
              </a:ext>
            </a:extLst>
          </p:cNvPr>
          <p:cNvSpPr/>
          <p:nvPr/>
        </p:nvSpPr>
        <p:spPr>
          <a:xfrm>
            <a:off x="17550568" y="1219935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D1383C83-7639-C2C1-2CF7-8214FF9C47D3}"/>
              </a:ext>
            </a:extLst>
          </p:cNvPr>
          <p:cNvSpPr/>
          <p:nvPr/>
        </p:nvSpPr>
        <p:spPr>
          <a:xfrm>
            <a:off x="18183269" y="995525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sp>
        <p:nvSpPr>
          <p:cNvPr id="1055" name="Arrow: Right 1054">
            <a:extLst>
              <a:ext uri="{FF2B5EF4-FFF2-40B4-BE49-F238E27FC236}">
                <a16:creationId xmlns:a16="http://schemas.microsoft.com/office/drawing/2014/main" id="{847FFA48-54AE-E5FC-BE2D-FAAC4756F855}"/>
              </a:ext>
            </a:extLst>
          </p:cNvPr>
          <p:cNvSpPr/>
          <p:nvPr/>
        </p:nvSpPr>
        <p:spPr>
          <a:xfrm rot="18356451">
            <a:off x="17434036" y="1731581"/>
            <a:ext cx="805273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Arrow: Right 1055">
            <a:extLst>
              <a:ext uri="{FF2B5EF4-FFF2-40B4-BE49-F238E27FC236}">
                <a16:creationId xmlns:a16="http://schemas.microsoft.com/office/drawing/2014/main" id="{71FD7A6D-0DA5-9DFC-E164-16534B9085D2}"/>
              </a:ext>
            </a:extLst>
          </p:cNvPr>
          <p:cNvSpPr/>
          <p:nvPr/>
        </p:nvSpPr>
        <p:spPr>
          <a:xfrm rot="17331730">
            <a:off x="17140259" y="2270179"/>
            <a:ext cx="150295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454AB61D-1B19-0D7F-18B9-DB58393CA35C}"/>
              </a:ext>
            </a:extLst>
          </p:cNvPr>
          <p:cNvSpPr txBox="1"/>
          <p:nvPr/>
        </p:nvSpPr>
        <p:spPr>
          <a:xfrm>
            <a:off x="16714641" y="159489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69BF483D-F528-6D5B-DE7F-4B0C9C9DA115}"/>
              </a:ext>
            </a:extLst>
          </p:cNvPr>
          <p:cNvSpPr txBox="1"/>
          <p:nvPr/>
        </p:nvSpPr>
        <p:spPr>
          <a:xfrm>
            <a:off x="13321148" y="160228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C2950A79-BAC1-6FE6-59A2-5C85770D3965}"/>
              </a:ext>
            </a:extLst>
          </p:cNvPr>
          <p:cNvSpPr/>
          <p:nvPr/>
        </p:nvSpPr>
        <p:spPr>
          <a:xfrm>
            <a:off x="19335199" y="12114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Arrow: Right 1086">
            <a:extLst>
              <a:ext uri="{FF2B5EF4-FFF2-40B4-BE49-F238E27FC236}">
                <a16:creationId xmlns:a16="http://schemas.microsoft.com/office/drawing/2014/main" id="{91B6F1F2-4CCF-2953-33D6-F21D4FC5F1CE}"/>
              </a:ext>
            </a:extLst>
          </p:cNvPr>
          <p:cNvSpPr/>
          <p:nvPr/>
        </p:nvSpPr>
        <p:spPr>
          <a:xfrm>
            <a:off x="21105942" y="12114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Arrow: Right 1092">
            <a:extLst>
              <a:ext uri="{FF2B5EF4-FFF2-40B4-BE49-F238E27FC236}">
                <a16:creationId xmlns:a16="http://schemas.microsoft.com/office/drawing/2014/main" id="{9E9CBA34-BC9C-11CC-9C86-88D262E651FC}"/>
              </a:ext>
            </a:extLst>
          </p:cNvPr>
          <p:cNvSpPr/>
          <p:nvPr/>
        </p:nvSpPr>
        <p:spPr>
          <a:xfrm rot="18356451">
            <a:off x="20957875" y="1746331"/>
            <a:ext cx="805273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: Rounded Corners 1094">
            <a:extLst>
              <a:ext uri="{FF2B5EF4-FFF2-40B4-BE49-F238E27FC236}">
                <a16:creationId xmlns:a16="http://schemas.microsoft.com/office/drawing/2014/main" id="{E63210AD-25C8-57B7-B79B-A2D8DC9632D4}"/>
              </a:ext>
            </a:extLst>
          </p:cNvPr>
          <p:cNvSpPr/>
          <p:nvPr/>
        </p:nvSpPr>
        <p:spPr>
          <a:xfrm>
            <a:off x="21702702" y="995525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sp>
        <p:nvSpPr>
          <p:cNvPr id="1098" name="Arrow: Right 1097">
            <a:extLst>
              <a:ext uri="{FF2B5EF4-FFF2-40B4-BE49-F238E27FC236}">
                <a16:creationId xmlns:a16="http://schemas.microsoft.com/office/drawing/2014/main" id="{D9942951-ED9E-A399-A089-9B402F78D811}"/>
              </a:ext>
            </a:extLst>
          </p:cNvPr>
          <p:cNvSpPr/>
          <p:nvPr/>
        </p:nvSpPr>
        <p:spPr>
          <a:xfrm>
            <a:off x="22854632" y="12114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: Rounded Corners 1098">
            <a:extLst>
              <a:ext uri="{FF2B5EF4-FFF2-40B4-BE49-F238E27FC236}">
                <a16:creationId xmlns:a16="http://schemas.microsoft.com/office/drawing/2014/main" id="{FAE3999F-F009-D783-EB54-D3036DC073DE}"/>
              </a:ext>
            </a:extLst>
          </p:cNvPr>
          <p:cNvSpPr/>
          <p:nvPr/>
        </p:nvSpPr>
        <p:spPr>
          <a:xfrm>
            <a:off x="12966968" y="3672637"/>
            <a:ext cx="11561483" cy="2914490"/>
          </a:xfrm>
          <a:prstGeom prst="roundRect">
            <a:avLst>
              <a:gd name="adj" fmla="val 6239"/>
            </a:avLst>
          </a:prstGeom>
          <a:solidFill>
            <a:srgbClr val="F5F6FF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152F06F1-F805-CCE5-1EE4-1411EFF17F04}"/>
              </a:ext>
            </a:extLst>
          </p:cNvPr>
          <p:cNvSpPr txBox="1"/>
          <p:nvPr/>
        </p:nvSpPr>
        <p:spPr>
          <a:xfrm>
            <a:off x="12953411" y="3600464"/>
            <a:ext cx="3874715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Calculator (SC)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2" name="Rectangle: Rounded Corners 1101">
                <a:extLst>
                  <a:ext uri="{FF2B5EF4-FFF2-40B4-BE49-F238E27FC236}">
                    <a16:creationId xmlns:a16="http://schemas.microsoft.com/office/drawing/2014/main" id="{69E7DFCA-D2FA-44B1-8F62-74DF1E5B5CA0}"/>
                  </a:ext>
                </a:extLst>
              </p:cNvPr>
              <p:cNvSpPr/>
              <p:nvPr/>
            </p:nvSpPr>
            <p:spPr>
              <a:xfrm>
                <a:off x="13196156" y="4124737"/>
                <a:ext cx="67951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2" name="Rectangle: Rounded Corners 1101">
                <a:extLst>
                  <a:ext uri="{FF2B5EF4-FFF2-40B4-BE49-F238E27FC236}">
                    <a16:creationId xmlns:a16="http://schemas.microsoft.com/office/drawing/2014/main" id="{69E7DFCA-D2FA-44B1-8F62-74DF1E5B5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4124737"/>
                <a:ext cx="67951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6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3" name="Rectangle: Rounded Corners 1102">
                <a:extLst>
                  <a:ext uri="{FF2B5EF4-FFF2-40B4-BE49-F238E27FC236}">
                    <a16:creationId xmlns:a16="http://schemas.microsoft.com/office/drawing/2014/main" id="{B7B57513-A521-07A4-88D6-D302BEF734FB}"/>
                  </a:ext>
                </a:extLst>
              </p:cNvPr>
              <p:cNvSpPr/>
              <p:nvPr/>
            </p:nvSpPr>
            <p:spPr>
              <a:xfrm>
                <a:off x="13196155" y="4989580"/>
                <a:ext cx="67951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3" name="Rectangle: Rounded Corners 1102">
                <a:extLst>
                  <a:ext uri="{FF2B5EF4-FFF2-40B4-BE49-F238E27FC236}">
                    <a16:creationId xmlns:a16="http://schemas.microsoft.com/office/drawing/2014/main" id="{B7B57513-A521-07A4-88D6-D302BEF73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5" y="4989580"/>
                <a:ext cx="67951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7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4" name="TextBox 1103">
            <a:extLst>
              <a:ext uri="{FF2B5EF4-FFF2-40B4-BE49-F238E27FC236}">
                <a16:creationId xmlns:a16="http://schemas.microsoft.com/office/drawing/2014/main" id="{D9A2DEB2-E917-9D4A-A495-3415A60C1DDD}"/>
              </a:ext>
            </a:extLst>
          </p:cNvPr>
          <p:cNvSpPr txBox="1"/>
          <p:nvPr/>
        </p:nvSpPr>
        <p:spPr>
          <a:xfrm>
            <a:off x="13321148" y="566200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5" name="Rectangle: Rounded Corners 1104">
                <a:extLst>
                  <a:ext uri="{FF2B5EF4-FFF2-40B4-BE49-F238E27FC236}">
                    <a16:creationId xmlns:a16="http://schemas.microsoft.com/office/drawing/2014/main" id="{6DE96A1D-2828-5459-5E5E-DC37BC1289C7}"/>
                  </a:ext>
                </a:extLst>
              </p:cNvPr>
              <p:cNvSpPr/>
              <p:nvPr/>
            </p:nvSpPr>
            <p:spPr>
              <a:xfrm>
                <a:off x="13196156" y="5911454"/>
                <a:ext cx="67951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5" name="Rectangle: Rounded Corners 1104">
                <a:extLst>
                  <a:ext uri="{FF2B5EF4-FFF2-40B4-BE49-F238E27FC236}">
                    <a16:creationId xmlns:a16="http://schemas.microsoft.com/office/drawing/2014/main" id="{6DE96A1D-2828-5459-5E5E-DC37BC128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5911454"/>
                <a:ext cx="67951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7" name="Arrow: Right 1106">
            <a:extLst>
              <a:ext uri="{FF2B5EF4-FFF2-40B4-BE49-F238E27FC236}">
                <a16:creationId xmlns:a16="http://schemas.microsoft.com/office/drawing/2014/main" id="{6DFE7162-5E18-248F-EC84-A50D989FB785}"/>
              </a:ext>
            </a:extLst>
          </p:cNvPr>
          <p:cNvSpPr/>
          <p:nvPr/>
        </p:nvSpPr>
        <p:spPr>
          <a:xfrm rot="3460468">
            <a:off x="13834714" y="4648820"/>
            <a:ext cx="770739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Arrow: Right 1107">
            <a:extLst>
              <a:ext uri="{FF2B5EF4-FFF2-40B4-BE49-F238E27FC236}">
                <a16:creationId xmlns:a16="http://schemas.microsoft.com/office/drawing/2014/main" id="{E820093D-07A4-4850-D4CF-3F042F7D079D}"/>
              </a:ext>
            </a:extLst>
          </p:cNvPr>
          <p:cNvSpPr/>
          <p:nvPr/>
        </p:nvSpPr>
        <p:spPr>
          <a:xfrm>
            <a:off x="14008355" y="5176705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Arrow: Right 1108">
            <a:extLst>
              <a:ext uri="{FF2B5EF4-FFF2-40B4-BE49-F238E27FC236}">
                <a16:creationId xmlns:a16="http://schemas.microsoft.com/office/drawing/2014/main" id="{3992530C-0CA9-EB78-D634-CE0348B39180}"/>
              </a:ext>
            </a:extLst>
          </p:cNvPr>
          <p:cNvSpPr/>
          <p:nvPr/>
        </p:nvSpPr>
        <p:spPr>
          <a:xfrm rot="18016408">
            <a:off x="13814478" y="5719931"/>
            <a:ext cx="883049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" name="Rectangle: Rounded Corners 1110">
            <a:extLst>
              <a:ext uri="{FF2B5EF4-FFF2-40B4-BE49-F238E27FC236}">
                <a16:creationId xmlns:a16="http://schemas.microsoft.com/office/drawing/2014/main" id="{109B5A2C-51AD-0F8F-8D57-4B5B4FF16D79}"/>
              </a:ext>
            </a:extLst>
          </p:cNvPr>
          <p:cNvSpPr/>
          <p:nvPr/>
        </p:nvSpPr>
        <p:spPr>
          <a:xfrm>
            <a:off x="14602955" y="4974804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</a:t>
            </a:r>
          </a:p>
        </p:txBody>
      </p:sp>
      <p:sp>
        <p:nvSpPr>
          <p:cNvPr id="1114" name="Arrow: Right 1113">
            <a:extLst>
              <a:ext uri="{FF2B5EF4-FFF2-40B4-BE49-F238E27FC236}">
                <a16:creationId xmlns:a16="http://schemas.microsoft.com/office/drawing/2014/main" id="{EFDEC9FA-351E-0B80-8EE8-E811B16BEE5F}"/>
              </a:ext>
            </a:extLst>
          </p:cNvPr>
          <p:cNvSpPr/>
          <p:nvPr/>
        </p:nvSpPr>
        <p:spPr>
          <a:xfrm>
            <a:off x="15800016" y="5191455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0" name="Rectangle: Rounded Corners 1119">
                <a:extLst>
                  <a:ext uri="{FF2B5EF4-FFF2-40B4-BE49-F238E27FC236}">
                    <a16:creationId xmlns:a16="http://schemas.microsoft.com/office/drawing/2014/main" id="{D35BF34C-CED6-56D5-3456-B4389E446427}"/>
                  </a:ext>
                </a:extLst>
              </p:cNvPr>
              <p:cNvSpPr/>
              <p:nvPr/>
            </p:nvSpPr>
            <p:spPr>
              <a:xfrm>
                <a:off x="16393118" y="4975025"/>
                <a:ext cx="1064965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20" name="Rectangle: Rounded Corners 1119">
                <a:extLst>
                  <a:ext uri="{FF2B5EF4-FFF2-40B4-BE49-F238E27FC236}">
                    <a16:creationId xmlns:a16="http://schemas.microsoft.com/office/drawing/2014/main" id="{D35BF34C-CED6-56D5-3456-B4389E446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8" y="4975025"/>
                <a:ext cx="1064965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1" name="Rectangle: Rounded Corners 1120">
                <a:extLst>
                  <a:ext uri="{FF2B5EF4-FFF2-40B4-BE49-F238E27FC236}">
                    <a16:creationId xmlns:a16="http://schemas.microsoft.com/office/drawing/2014/main" id="{C03ABD8C-E5E2-1B3B-95BE-B26F3E72B848}"/>
                  </a:ext>
                </a:extLst>
              </p:cNvPr>
              <p:cNvSpPr/>
              <p:nvPr/>
            </p:nvSpPr>
            <p:spPr>
              <a:xfrm>
                <a:off x="16393114" y="5874674"/>
                <a:ext cx="1064970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21" name="Rectangle: Rounded Corners 1120">
                <a:extLst>
                  <a:ext uri="{FF2B5EF4-FFF2-40B4-BE49-F238E27FC236}">
                    <a16:creationId xmlns:a16="http://schemas.microsoft.com/office/drawing/2014/main" id="{C03ABD8C-E5E2-1B3B-95BE-B26F3E72B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4" y="5874674"/>
                <a:ext cx="1064970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2" name="TextBox 1121">
            <a:extLst>
              <a:ext uri="{FF2B5EF4-FFF2-40B4-BE49-F238E27FC236}">
                <a16:creationId xmlns:a16="http://schemas.microsoft.com/office/drawing/2014/main" id="{451E7BE6-4F2A-C502-1D12-BD45965AC74A}"/>
              </a:ext>
            </a:extLst>
          </p:cNvPr>
          <p:cNvSpPr txBox="1"/>
          <p:nvPr/>
        </p:nvSpPr>
        <p:spPr>
          <a:xfrm>
            <a:off x="16708131" y="559705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3" name="Rectangle: Rounded Corners 1122">
                <a:extLst>
                  <a:ext uri="{FF2B5EF4-FFF2-40B4-BE49-F238E27FC236}">
                    <a16:creationId xmlns:a16="http://schemas.microsoft.com/office/drawing/2014/main" id="{FFBF95FF-EC9D-6B45-F0F8-CF9A663847BC}"/>
                  </a:ext>
                </a:extLst>
              </p:cNvPr>
              <p:cNvSpPr/>
              <p:nvPr/>
            </p:nvSpPr>
            <p:spPr>
              <a:xfrm>
                <a:off x="19932130" y="4989801"/>
                <a:ext cx="508167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23" name="Rectangle: Rounded Corners 1122">
                <a:extLst>
                  <a:ext uri="{FF2B5EF4-FFF2-40B4-BE49-F238E27FC236}">
                    <a16:creationId xmlns:a16="http://schemas.microsoft.com/office/drawing/2014/main" id="{FFBF95FF-EC9D-6B45-F0F8-CF9A66384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2130" y="4989801"/>
                <a:ext cx="508167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1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1" name="TextBox 1130">
            <a:extLst>
              <a:ext uri="{FF2B5EF4-FFF2-40B4-BE49-F238E27FC236}">
                <a16:creationId xmlns:a16="http://schemas.microsoft.com/office/drawing/2014/main" id="{432040D7-E661-133A-DFAC-50ADA333F164}"/>
              </a:ext>
            </a:extLst>
          </p:cNvPr>
          <p:cNvSpPr txBox="1"/>
          <p:nvPr/>
        </p:nvSpPr>
        <p:spPr>
          <a:xfrm>
            <a:off x="13321148" y="471671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134" name="Arrow: Right 1133">
            <a:extLst>
              <a:ext uri="{FF2B5EF4-FFF2-40B4-BE49-F238E27FC236}">
                <a16:creationId xmlns:a16="http://schemas.microsoft.com/office/drawing/2014/main" id="{D3A84044-7F6C-C42F-379F-1230E1FD0480}"/>
              </a:ext>
            </a:extLst>
          </p:cNvPr>
          <p:cNvSpPr/>
          <p:nvPr/>
        </p:nvSpPr>
        <p:spPr>
          <a:xfrm>
            <a:off x="17562246" y="51909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Arrow: Right 1135">
            <a:extLst>
              <a:ext uri="{FF2B5EF4-FFF2-40B4-BE49-F238E27FC236}">
                <a16:creationId xmlns:a16="http://schemas.microsoft.com/office/drawing/2014/main" id="{E122EA37-935F-E3F8-C674-80280140B5D9}"/>
              </a:ext>
            </a:extLst>
          </p:cNvPr>
          <p:cNvSpPr/>
          <p:nvPr/>
        </p:nvSpPr>
        <p:spPr>
          <a:xfrm rot="18356451">
            <a:off x="17414179" y="5725831"/>
            <a:ext cx="805273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: Rounded Corners 1137">
            <a:extLst>
              <a:ext uri="{FF2B5EF4-FFF2-40B4-BE49-F238E27FC236}">
                <a16:creationId xmlns:a16="http://schemas.microsoft.com/office/drawing/2014/main" id="{75AA8B65-E3C8-04F1-CD25-7FB4D2FF42A6}"/>
              </a:ext>
            </a:extLst>
          </p:cNvPr>
          <p:cNvSpPr/>
          <p:nvPr/>
        </p:nvSpPr>
        <p:spPr>
          <a:xfrm>
            <a:off x="18159006" y="4975025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sp>
        <p:nvSpPr>
          <p:cNvPr id="1140" name="Arrow: Right 1139">
            <a:extLst>
              <a:ext uri="{FF2B5EF4-FFF2-40B4-BE49-F238E27FC236}">
                <a16:creationId xmlns:a16="http://schemas.microsoft.com/office/drawing/2014/main" id="{1B5926E1-7A10-EC72-FB56-3BA94C64A7D0}"/>
              </a:ext>
            </a:extLst>
          </p:cNvPr>
          <p:cNvSpPr/>
          <p:nvPr/>
        </p:nvSpPr>
        <p:spPr>
          <a:xfrm>
            <a:off x="19310936" y="5190970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" name="Rectangle: Rounded Corners 1145">
            <a:extLst>
              <a:ext uri="{FF2B5EF4-FFF2-40B4-BE49-F238E27FC236}">
                <a16:creationId xmlns:a16="http://schemas.microsoft.com/office/drawing/2014/main" id="{BA52F93B-8601-D884-B36D-7C50ED8182C5}"/>
              </a:ext>
            </a:extLst>
          </p:cNvPr>
          <p:cNvSpPr/>
          <p:nvPr/>
        </p:nvSpPr>
        <p:spPr>
          <a:xfrm>
            <a:off x="579873" y="8528744"/>
            <a:ext cx="11873922" cy="2637650"/>
          </a:xfrm>
          <a:prstGeom prst="roundRect">
            <a:avLst>
              <a:gd name="adj" fmla="val 6239"/>
            </a:avLst>
          </a:prstGeom>
          <a:solidFill>
            <a:srgbClr val="F5FDFF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sp>
        <p:nvSpPr>
          <p:cNvPr id="1147" name="Rectangle: Rounded Corners 1146">
            <a:extLst>
              <a:ext uri="{FF2B5EF4-FFF2-40B4-BE49-F238E27FC236}">
                <a16:creationId xmlns:a16="http://schemas.microsoft.com/office/drawing/2014/main" id="{6CE387E1-F32F-4378-B378-C2A7C6C0FA77}"/>
              </a:ext>
            </a:extLst>
          </p:cNvPr>
          <p:cNvSpPr/>
          <p:nvPr/>
        </p:nvSpPr>
        <p:spPr>
          <a:xfrm>
            <a:off x="926157" y="9696295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148" name="Arrow: Right 1147">
            <a:extLst>
              <a:ext uri="{FF2B5EF4-FFF2-40B4-BE49-F238E27FC236}">
                <a16:creationId xmlns:a16="http://schemas.microsoft.com/office/drawing/2014/main" id="{7F26F356-8182-3D56-302C-0425C4123EC9}"/>
              </a:ext>
            </a:extLst>
          </p:cNvPr>
          <p:cNvSpPr/>
          <p:nvPr/>
        </p:nvSpPr>
        <p:spPr>
          <a:xfrm rot="18573498">
            <a:off x="2030054" y="9652922"/>
            <a:ext cx="45854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" name="Arrow: Right 1156">
            <a:extLst>
              <a:ext uri="{FF2B5EF4-FFF2-40B4-BE49-F238E27FC236}">
                <a16:creationId xmlns:a16="http://schemas.microsoft.com/office/drawing/2014/main" id="{B6047DD5-B69F-8105-C01E-A66CF1887863}"/>
              </a:ext>
            </a:extLst>
          </p:cNvPr>
          <p:cNvSpPr/>
          <p:nvPr/>
        </p:nvSpPr>
        <p:spPr>
          <a:xfrm rot="2798781">
            <a:off x="2062082" y="10077107"/>
            <a:ext cx="417307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8" name="Rectangle: Rounded Corners 1157">
                <a:extLst>
                  <a:ext uri="{FF2B5EF4-FFF2-40B4-BE49-F238E27FC236}">
                    <a16:creationId xmlns:a16="http://schemas.microsoft.com/office/drawing/2014/main" id="{A59329E9-F366-D6A3-9FFF-EF0BFD5F1146}"/>
                  </a:ext>
                </a:extLst>
              </p:cNvPr>
              <p:cNvSpPr/>
              <p:nvPr/>
            </p:nvSpPr>
            <p:spPr>
              <a:xfrm>
                <a:off x="2585561" y="9079511"/>
                <a:ext cx="1373095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[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𝒖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8" name="Rectangle: Rounded Corners 1157">
                <a:extLst>
                  <a:ext uri="{FF2B5EF4-FFF2-40B4-BE49-F238E27FC236}">
                    <a16:creationId xmlns:a16="http://schemas.microsoft.com/office/drawing/2014/main" id="{A59329E9-F366-D6A3-9FFF-EF0BFD5F11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561" y="9079511"/>
                <a:ext cx="1373095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7" name="Rectangle: Rounded Corners 1166">
            <a:extLst>
              <a:ext uri="{FF2B5EF4-FFF2-40B4-BE49-F238E27FC236}">
                <a16:creationId xmlns:a16="http://schemas.microsoft.com/office/drawing/2014/main" id="{E586C2D6-364B-61C9-0A34-DC9A635AFA77}"/>
              </a:ext>
            </a:extLst>
          </p:cNvPr>
          <p:cNvSpPr/>
          <p:nvPr/>
        </p:nvSpPr>
        <p:spPr>
          <a:xfrm>
            <a:off x="2576752" y="10168054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1169" name="Arrow: Right 1168">
            <a:extLst>
              <a:ext uri="{FF2B5EF4-FFF2-40B4-BE49-F238E27FC236}">
                <a16:creationId xmlns:a16="http://schemas.microsoft.com/office/drawing/2014/main" id="{DE0C4931-AE92-F745-E520-699E4976F952}"/>
              </a:ext>
            </a:extLst>
          </p:cNvPr>
          <p:cNvSpPr/>
          <p:nvPr/>
        </p:nvSpPr>
        <p:spPr>
          <a:xfrm>
            <a:off x="4075842" y="9297831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Arrow: Right 1169">
            <a:extLst>
              <a:ext uri="{FF2B5EF4-FFF2-40B4-BE49-F238E27FC236}">
                <a16:creationId xmlns:a16="http://schemas.microsoft.com/office/drawing/2014/main" id="{AF83215D-949C-5614-70B6-118F04A10ED8}"/>
              </a:ext>
            </a:extLst>
          </p:cNvPr>
          <p:cNvSpPr/>
          <p:nvPr/>
        </p:nvSpPr>
        <p:spPr>
          <a:xfrm>
            <a:off x="3767120" y="10390031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Rectangle: Rounded Corners 1170">
            <a:extLst>
              <a:ext uri="{FF2B5EF4-FFF2-40B4-BE49-F238E27FC236}">
                <a16:creationId xmlns:a16="http://schemas.microsoft.com/office/drawing/2014/main" id="{86E03BD0-53B7-BB83-7132-CABEE4D21C25}"/>
              </a:ext>
            </a:extLst>
          </p:cNvPr>
          <p:cNvSpPr/>
          <p:nvPr/>
        </p:nvSpPr>
        <p:spPr>
          <a:xfrm>
            <a:off x="4696183" y="9079511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D372CBD4-7CC1-7E0F-359E-B5D72319D96E}"/>
              </a:ext>
            </a:extLst>
          </p:cNvPr>
          <p:cNvSpPr txBox="1"/>
          <p:nvPr/>
        </p:nvSpPr>
        <p:spPr>
          <a:xfrm>
            <a:off x="611561" y="8521044"/>
            <a:ext cx="3583871" cy="52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LE Calculation</a:t>
            </a:r>
          </a:p>
        </p:txBody>
      </p:sp>
      <p:sp>
        <p:nvSpPr>
          <p:cNvPr id="1173" name="Rectangle: Rounded Corners 1172">
            <a:extLst>
              <a:ext uri="{FF2B5EF4-FFF2-40B4-BE49-F238E27FC236}">
                <a16:creationId xmlns:a16="http://schemas.microsoft.com/office/drawing/2014/main" id="{D1F7380B-EF98-DB41-348F-ADA3B461ED32}"/>
              </a:ext>
            </a:extLst>
          </p:cNvPr>
          <p:cNvSpPr/>
          <p:nvPr/>
        </p:nvSpPr>
        <p:spPr>
          <a:xfrm>
            <a:off x="4404276" y="10152067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PSR</a:t>
            </a:r>
          </a:p>
        </p:txBody>
      </p:sp>
      <p:sp>
        <p:nvSpPr>
          <p:cNvPr id="1176" name="Arrow: Right 1175">
            <a:extLst>
              <a:ext uri="{FF2B5EF4-FFF2-40B4-BE49-F238E27FC236}">
                <a16:creationId xmlns:a16="http://schemas.microsoft.com/office/drawing/2014/main" id="{03ADA735-2F9E-673E-B6F3-CCC11FD485F0}"/>
              </a:ext>
            </a:extLst>
          </p:cNvPr>
          <p:cNvSpPr/>
          <p:nvPr/>
        </p:nvSpPr>
        <p:spPr>
          <a:xfrm>
            <a:off x="5621741" y="10358868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7" name="Rectangle: Rounded Corners 1176">
                <a:extLst>
                  <a:ext uri="{FF2B5EF4-FFF2-40B4-BE49-F238E27FC236}">
                    <a16:creationId xmlns:a16="http://schemas.microsoft.com/office/drawing/2014/main" id="{67118463-1120-D153-23EC-C43AE3D2F7C2}"/>
                  </a:ext>
                </a:extLst>
              </p:cNvPr>
              <p:cNvSpPr/>
              <p:nvPr/>
            </p:nvSpPr>
            <p:spPr>
              <a:xfrm>
                <a:off x="6258897" y="10120904"/>
                <a:ext cx="1588069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79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790" b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APD</m:t>
                              </m:r>
                            </m:e>
                          </m:d>
                        </m:e>
                        <m:sub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7" name="Rectangle: Rounded Corners 1176">
                <a:extLst>
                  <a:ext uri="{FF2B5EF4-FFF2-40B4-BE49-F238E27FC236}">
                    <a16:creationId xmlns:a16="http://schemas.microsoft.com/office/drawing/2014/main" id="{67118463-1120-D153-23EC-C43AE3D2F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897" y="10120904"/>
                <a:ext cx="1588069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" name="Arrow: Right 1177">
            <a:extLst>
              <a:ext uri="{FF2B5EF4-FFF2-40B4-BE49-F238E27FC236}">
                <a16:creationId xmlns:a16="http://schemas.microsoft.com/office/drawing/2014/main" id="{F5F06159-3957-C546-0EDF-13F553C3F11D}"/>
              </a:ext>
            </a:extLst>
          </p:cNvPr>
          <p:cNvSpPr/>
          <p:nvPr/>
        </p:nvSpPr>
        <p:spPr>
          <a:xfrm>
            <a:off x="9487919" y="9960177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9" name="Rectangle: Rounded Corners 1178">
                <a:extLst>
                  <a:ext uri="{FF2B5EF4-FFF2-40B4-BE49-F238E27FC236}">
                    <a16:creationId xmlns:a16="http://schemas.microsoft.com/office/drawing/2014/main" id="{84B00923-E7AE-D254-4F22-970880E8F3F3}"/>
                  </a:ext>
                </a:extLst>
              </p:cNvPr>
              <p:cNvSpPr/>
              <p:nvPr/>
            </p:nvSpPr>
            <p:spPr>
              <a:xfrm>
                <a:off x="10071835" y="9738976"/>
                <a:ext cx="1698659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sup>
                      </m:sSup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79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APD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79" name="Rectangle: Rounded Corners 1178">
                <a:extLst>
                  <a:ext uri="{FF2B5EF4-FFF2-40B4-BE49-F238E27FC236}">
                    <a16:creationId xmlns:a16="http://schemas.microsoft.com/office/drawing/2014/main" id="{84B00923-E7AE-D254-4F22-970880E8F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35" y="9738976"/>
                <a:ext cx="1698659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4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0" name="Rectangle: Rounded Corners 1179">
            <a:extLst>
              <a:ext uri="{FF2B5EF4-FFF2-40B4-BE49-F238E27FC236}">
                <a16:creationId xmlns:a16="http://schemas.microsoft.com/office/drawing/2014/main" id="{0BFD70BA-BF4E-BBB8-CE1C-78790498A896}"/>
              </a:ext>
            </a:extLst>
          </p:cNvPr>
          <p:cNvSpPr/>
          <p:nvPr/>
        </p:nvSpPr>
        <p:spPr>
          <a:xfrm>
            <a:off x="8309910" y="9738976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</a:p>
        </p:txBody>
      </p:sp>
      <p:sp>
        <p:nvSpPr>
          <p:cNvPr id="1182" name="Arrow: Right 1181">
            <a:extLst>
              <a:ext uri="{FF2B5EF4-FFF2-40B4-BE49-F238E27FC236}">
                <a16:creationId xmlns:a16="http://schemas.microsoft.com/office/drawing/2014/main" id="{0CF1F5A2-CCC8-CA60-2F3E-40D88A916103}"/>
              </a:ext>
            </a:extLst>
          </p:cNvPr>
          <p:cNvSpPr/>
          <p:nvPr/>
        </p:nvSpPr>
        <p:spPr>
          <a:xfrm rot="18573498">
            <a:off x="7843538" y="10139332"/>
            <a:ext cx="45854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" name="Arrow: Right 1182">
            <a:extLst>
              <a:ext uri="{FF2B5EF4-FFF2-40B4-BE49-F238E27FC236}">
                <a16:creationId xmlns:a16="http://schemas.microsoft.com/office/drawing/2014/main" id="{8CBFCAE1-E1FF-971C-25CA-AE3658BCF970}"/>
              </a:ext>
            </a:extLst>
          </p:cNvPr>
          <p:cNvSpPr/>
          <p:nvPr/>
        </p:nvSpPr>
        <p:spPr>
          <a:xfrm rot="2798781">
            <a:off x="7875566" y="10563517"/>
            <a:ext cx="417307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4" name="Arrow: Right 1183">
            <a:extLst>
              <a:ext uri="{FF2B5EF4-FFF2-40B4-BE49-F238E27FC236}">
                <a16:creationId xmlns:a16="http://schemas.microsoft.com/office/drawing/2014/main" id="{EF2195F8-B629-C545-9E57-A4F5B8DB6438}"/>
              </a:ext>
            </a:extLst>
          </p:cNvPr>
          <p:cNvSpPr/>
          <p:nvPr/>
        </p:nvSpPr>
        <p:spPr>
          <a:xfrm>
            <a:off x="9497149" y="10679112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5" name="Rectangle: Rounded Corners 1184">
                <a:extLst>
                  <a:ext uri="{FF2B5EF4-FFF2-40B4-BE49-F238E27FC236}">
                    <a16:creationId xmlns:a16="http://schemas.microsoft.com/office/drawing/2014/main" id="{954FC84B-3DE9-3BC1-7A81-F6924346E8F1}"/>
                  </a:ext>
                </a:extLst>
              </p:cNvPr>
              <p:cNvSpPr/>
              <p:nvPr/>
            </p:nvSpPr>
            <p:spPr>
              <a:xfrm>
                <a:off x="10081065" y="10457911"/>
                <a:ext cx="1698659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79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APD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5" name="Rectangle: Rounded Corners 1184">
                <a:extLst>
                  <a:ext uri="{FF2B5EF4-FFF2-40B4-BE49-F238E27FC236}">
                    <a16:creationId xmlns:a16="http://schemas.microsoft.com/office/drawing/2014/main" id="{954FC84B-3DE9-3BC1-7A81-F6924346E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065" y="10457911"/>
                <a:ext cx="1698659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5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6" name="Rectangle: Rounded Corners 1185">
            <a:extLst>
              <a:ext uri="{FF2B5EF4-FFF2-40B4-BE49-F238E27FC236}">
                <a16:creationId xmlns:a16="http://schemas.microsoft.com/office/drawing/2014/main" id="{3F567568-F763-DC59-30CE-3F246612BD1B}"/>
              </a:ext>
            </a:extLst>
          </p:cNvPr>
          <p:cNvSpPr/>
          <p:nvPr/>
        </p:nvSpPr>
        <p:spPr>
          <a:xfrm>
            <a:off x="8319140" y="10457911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1187" name="Arrow: Right 1186">
            <a:extLst>
              <a:ext uri="{FF2B5EF4-FFF2-40B4-BE49-F238E27FC236}">
                <a16:creationId xmlns:a16="http://schemas.microsoft.com/office/drawing/2014/main" id="{11E21D6A-80C9-36C0-66CC-2D0C82D99E71}"/>
              </a:ext>
            </a:extLst>
          </p:cNvPr>
          <p:cNvSpPr/>
          <p:nvPr/>
        </p:nvSpPr>
        <p:spPr>
          <a:xfrm>
            <a:off x="5881954" y="9301632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B624530D-DAB2-6707-FD3B-14EF38389121}"/>
                  </a:ext>
                </a:extLst>
              </p:cNvPr>
              <p:cNvSpPr/>
              <p:nvPr/>
            </p:nvSpPr>
            <p:spPr>
              <a:xfrm>
                <a:off x="6477100" y="9062512"/>
                <a:ext cx="1698659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𝒖𝒗𝒘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B624530D-DAB2-6707-FD3B-14EF38389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100" y="9062512"/>
                <a:ext cx="1698659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6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1" name="Rectangle: Rounded Corners 1190">
            <a:extLst>
              <a:ext uri="{FF2B5EF4-FFF2-40B4-BE49-F238E27FC236}">
                <a16:creationId xmlns:a16="http://schemas.microsoft.com/office/drawing/2014/main" id="{3B6137DF-E3A3-8388-47C7-5D13569FEA22}"/>
              </a:ext>
            </a:extLst>
          </p:cNvPr>
          <p:cNvSpPr/>
          <p:nvPr/>
        </p:nvSpPr>
        <p:spPr>
          <a:xfrm>
            <a:off x="12982513" y="6751489"/>
            <a:ext cx="11561483" cy="4453539"/>
          </a:xfrm>
          <a:prstGeom prst="roundRect">
            <a:avLst>
              <a:gd name="adj" fmla="val 6239"/>
            </a:avLst>
          </a:prstGeom>
          <a:solidFill>
            <a:srgbClr val="FFF5FC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6942C20D-3A08-3BA1-2342-34850F0448D6}"/>
              </a:ext>
            </a:extLst>
          </p:cNvPr>
          <p:cNvSpPr txBox="1"/>
          <p:nvPr/>
        </p:nvSpPr>
        <p:spPr>
          <a:xfrm>
            <a:off x="13031480" y="6774861"/>
            <a:ext cx="3274486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LE (TLE)</a:t>
            </a:r>
          </a:p>
        </p:txBody>
      </p:sp>
      <p:graphicFrame>
        <p:nvGraphicFramePr>
          <p:cNvPr id="1195" name="Table 1194">
            <a:extLst>
              <a:ext uri="{FF2B5EF4-FFF2-40B4-BE49-F238E27FC236}">
                <a16:creationId xmlns:a16="http://schemas.microsoft.com/office/drawing/2014/main" id="{D772CDAD-280E-AE35-AB9C-588FA040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241832"/>
              </p:ext>
            </p:extLst>
          </p:nvPr>
        </p:nvGraphicFramePr>
        <p:xfrm>
          <a:off x="14319752" y="8911384"/>
          <a:ext cx="4565580" cy="33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55052227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69297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16911628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3766485582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39560177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95166052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10985858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534972169"/>
                    </a:ext>
                  </a:extLst>
                </a:gridCol>
              </a:tblGrid>
              <a:tr h="330147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44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199" name="TextBox 1198">
            <a:extLst>
              <a:ext uri="{FF2B5EF4-FFF2-40B4-BE49-F238E27FC236}">
                <a16:creationId xmlns:a16="http://schemas.microsoft.com/office/drawing/2014/main" id="{ED389F04-B558-AD85-DB20-E4C381ACE454}"/>
              </a:ext>
            </a:extLst>
          </p:cNvPr>
          <p:cNvSpPr txBox="1"/>
          <p:nvPr/>
        </p:nvSpPr>
        <p:spPr>
          <a:xfrm>
            <a:off x="18917272" y="898848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0" name="Rectangle: Rounded Corners 1199">
                <a:extLst>
                  <a:ext uri="{FF2B5EF4-FFF2-40B4-BE49-F238E27FC236}">
                    <a16:creationId xmlns:a16="http://schemas.microsoft.com/office/drawing/2014/main" id="{467EAC41-582E-AB1F-98ED-755B1723D9E0}"/>
                  </a:ext>
                </a:extLst>
              </p:cNvPr>
              <p:cNvSpPr/>
              <p:nvPr/>
            </p:nvSpPr>
            <p:spPr>
              <a:xfrm>
                <a:off x="13138019" y="8792057"/>
                <a:ext cx="480107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00" name="Rectangle: Rounded Corners 1199">
                <a:extLst>
                  <a:ext uri="{FF2B5EF4-FFF2-40B4-BE49-F238E27FC236}">
                    <a16:creationId xmlns:a16="http://schemas.microsoft.com/office/drawing/2014/main" id="{467EAC41-582E-AB1F-98ED-755B1723D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8019" y="8792057"/>
                <a:ext cx="480107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7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5" name="Table 1204">
            <a:extLst>
              <a:ext uri="{FF2B5EF4-FFF2-40B4-BE49-F238E27FC236}">
                <a16:creationId xmlns:a16="http://schemas.microsoft.com/office/drawing/2014/main" id="{98FAFFCE-B9BB-1DF3-5653-EC9A83D4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754808"/>
              </p:ext>
            </p:extLst>
          </p:nvPr>
        </p:nvGraphicFramePr>
        <p:xfrm>
          <a:off x="14321994" y="7759382"/>
          <a:ext cx="1826232" cy="33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0774352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31924302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137104848"/>
                    </a:ext>
                  </a:extLst>
                </a:gridCol>
                <a:gridCol w="309690">
                  <a:extLst>
                    <a:ext uri="{9D8B030D-6E8A-4147-A177-3AD203B41FA5}">
                      <a16:colId xmlns:a16="http://schemas.microsoft.com/office/drawing/2014/main" val="3364863503"/>
                    </a:ext>
                  </a:extLst>
                </a:gridCol>
                <a:gridCol w="299054">
                  <a:extLst>
                    <a:ext uri="{9D8B030D-6E8A-4147-A177-3AD203B41FA5}">
                      <a16:colId xmlns:a16="http://schemas.microsoft.com/office/drawing/2014/main" val="230547459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273716469"/>
                    </a:ext>
                  </a:extLst>
                </a:gridCol>
              </a:tblGrid>
              <a:tr h="330147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44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748697"/>
                  </a:ext>
                </a:extLst>
              </a:tr>
            </a:tbl>
          </a:graphicData>
        </a:graphic>
      </p:graphicFrame>
      <p:cxnSp>
        <p:nvCxnSpPr>
          <p:cNvPr id="1208" name="Straight Arrow Connector 1207">
            <a:extLst>
              <a:ext uri="{FF2B5EF4-FFF2-40B4-BE49-F238E27FC236}">
                <a16:creationId xmlns:a16="http://schemas.microsoft.com/office/drawing/2014/main" id="{4218F691-9435-5155-49CF-7F3F4C8B0CAD}"/>
              </a:ext>
            </a:extLst>
          </p:cNvPr>
          <p:cNvCxnSpPr>
            <a:cxnSpLocks/>
          </p:cNvCxnSpPr>
          <p:nvPr/>
        </p:nvCxnSpPr>
        <p:spPr>
          <a:xfrm>
            <a:off x="14450555" y="8354234"/>
            <a:ext cx="0" cy="30444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Arrow Connector 1209">
            <a:extLst>
              <a:ext uri="{FF2B5EF4-FFF2-40B4-BE49-F238E27FC236}">
                <a16:creationId xmlns:a16="http://schemas.microsoft.com/office/drawing/2014/main" id="{CE67B0D1-CFD1-6133-C76C-DAFC0D7479B1}"/>
              </a:ext>
            </a:extLst>
          </p:cNvPr>
          <p:cNvCxnSpPr>
            <a:cxnSpLocks/>
          </p:cNvCxnSpPr>
          <p:nvPr/>
        </p:nvCxnSpPr>
        <p:spPr>
          <a:xfrm>
            <a:off x="15987255" y="8122077"/>
            <a:ext cx="0" cy="76701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Arrow Connector 1212">
            <a:extLst>
              <a:ext uri="{FF2B5EF4-FFF2-40B4-BE49-F238E27FC236}">
                <a16:creationId xmlns:a16="http://schemas.microsoft.com/office/drawing/2014/main" id="{5852C20B-2953-DAF8-59BC-F47B8D73C680}"/>
              </a:ext>
            </a:extLst>
          </p:cNvPr>
          <p:cNvCxnSpPr>
            <a:cxnSpLocks/>
          </p:cNvCxnSpPr>
          <p:nvPr/>
        </p:nvCxnSpPr>
        <p:spPr>
          <a:xfrm>
            <a:off x="15693336" y="8213467"/>
            <a:ext cx="0" cy="51763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Arrow Connector 1218">
            <a:extLst>
              <a:ext uri="{FF2B5EF4-FFF2-40B4-BE49-F238E27FC236}">
                <a16:creationId xmlns:a16="http://schemas.microsoft.com/office/drawing/2014/main" id="{B9FECB8B-6311-484F-E2B5-53E7CF92A190}"/>
              </a:ext>
            </a:extLst>
          </p:cNvPr>
          <p:cNvCxnSpPr>
            <a:cxnSpLocks/>
          </p:cNvCxnSpPr>
          <p:nvPr/>
        </p:nvCxnSpPr>
        <p:spPr>
          <a:xfrm>
            <a:off x="15396156" y="8323010"/>
            <a:ext cx="0" cy="35678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5" name="TextBox 1224">
            <a:extLst>
              <a:ext uri="{FF2B5EF4-FFF2-40B4-BE49-F238E27FC236}">
                <a16:creationId xmlns:a16="http://schemas.microsoft.com/office/drawing/2014/main" id="{2BA087D4-213A-87B6-A099-3CB532108B37}"/>
              </a:ext>
            </a:extLst>
          </p:cNvPr>
          <p:cNvSpPr txBox="1"/>
          <p:nvPr/>
        </p:nvSpPr>
        <p:spPr>
          <a:xfrm>
            <a:off x="13073464" y="9834347"/>
            <a:ext cx="5953714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Divergence Of Similar Pairs in Time Series</a:t>
            </a:r>
          </a:p>
        </p:txBody>
      </p:sp>
      <p:sp>
        <p:nvSpPr>
          <p:cNvPr id="1226" name="Arrow: Right 1225">
            <a:extLst>
              <a:ext uri="{FF2B5EF4-FFF2-40B4-BE49-F238E27FC236}">
                <a16:creationId xmlns:a16="http://schemas.microsoft.com/office/drawing/2014/main" id="{336D9BE2-337B-7483-37A0-1418FB2A8863}"/>
              </a:ext>
            </a:extLst>
          </p:cNvPr>
          <p:cNvSpPr/>
          <p:nvPr/>
        </p:nvSpPr>
        <p:spPr>
          <a:xfrm>
            <a:off x="13746126" y="9007386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7A3B15E6-3B56-1202-DE01-0F3C9E90C4EC}"/>
              </a:ext>
            </a:extLst>
          </p:cNvPr>
          <p:cNvCxnSpPr>
            <a:cxnSpLocks/>
          </p:cNvCxnSpPr>
          <p:nvPr/>
        </p:nvCxnSpPr>
        <p:spPr>
          <a:xfrm>
            <a:off x="19386550" y="6807270"/>
            <a:ext cx="0" cy="441227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0" name="TextBox 1229">
            <a:extLst>
              <a:ext uri="{FF2B5EF4-FFF2-40B4-BE49-F238E27FC236}">
                <a16:creationId xmlns:a16="http://schemas.microsoft.com/office/drawing/2014/main" id="{69F31ECE-10A9-B6FE-719C-F0DAEC6FEE00}"/>
              </a:ext>
            </a:extLst>
          </p:cNvPr>
          <p:cNvSpPr txBox="1"/>
          <p:nvPr/>
        </p:nvSpPr>
        <p:spPr>
          <a:xfrm>
            <a:off x="19456467" y="6760240"/>
            <a:ext cx="2829621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LE (SLE)</a:t>
            </a:r>
          </a:p>
        </p:txBody>
      </p:sp>
      <p:graphicFrame>
        <p:nvGraphicFramePr>
          <p:cNvPr id="1233" name="Table 1232">
            <a:extLst>
              <a:ext uri="{FF2B5EF4-FFF2-40B4-BE49-F238E27FC236}">
                <a16:creationId xmlns:a16="http://schemas.microsoft.com/office/drawing/2014/main" id="{80988BB8-0364-78DF-DFA2-F4461D4F3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501318"/>
              </p:ext>
            </p:extLst>
          </p:nvPr>
        </p:nvGraphicFramePr>
        <p:xfrm>
          <a:off x="21017362" y="7610227"/>
          <a:ext cx="184331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63">
                  <a:extLst>
                    <a:ext uri="{9D8B030D-6E8A-4147-A177-3AD203B41FA5}">
                      <a16:colId xmlns:a16="http://schemas.microsoft.com/office/drawing/2014/main" val="990609581"/>
                    </a:ext>
                  </a:extLst>
                </a:gridCol>
                <a:gridCol w="368663">
                  <a:extLst>
                    <a:ext uri="{9D8B030D-6E8A-4147-A177-3AD203B41FA5}">
                      <a16:colId xmlns:a16="http://schemas.microsoft.com/office/drawing/2014/main" val="3971540448"/>
                    </a:ext>
                  </a:extLst>
                </a:gridCol>
                <a:gridCol w="368663">
                  <a:extLst>
                    <a:ext uri="{9D8B030D-6E8A-4147-A177-3AD203B41FA5}">
                      <a16:colId xmlns:a16="http://schemas.microsoft.com/office/drawing/2014/main" val="2053335669"/>
                    </a:ext>
                  </a:extLst>
                </a:gridCol>
                <a:gridCol w="368663">
                  <a:extLst>
                    <a:ext uri="{9D8B030D-6E8A-4147-A177-3AD203B41FA5}">
                      <a16:colId xmlns:a16="http://schemas.microsoft.com/office/drawing/2014/main" val="3102507815"/>
                    </a:ext>
                  </a:extLst>
                </a:gridCol>
                <a:gridCol w="368663">
                  <a:extLst>
                    <a:ext uri="{9D8B030D-6E8A-4147-A177-3AD203B41FA5}">
                      <a16:colId xmlns:a16="http://schemas.microsoft.com/office/drawing/2014/main" val="268974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3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9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79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74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4715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874C793B-1B2B-A191-2818-8CC8D2F907B9}"/>
                  </a:ext>
                </a:extLst>
              </p:cNvPr>
              <p:cNvSpPr/>
              <p:nvPr/>
            </p:nvSpPr>
            <p:spPr>
              <a:xfrm>
                <a:off x="19603306" y="7397820"/>
                <a:ext cx="599673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874C793B-1B2B-A191-2818-8CC8D2F907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306" y="7397820"/>
                <a:ext cx="599673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1" name="Rectangle: Rounded Corners 1240">
                <a:extLst>
                  <a:ext uri="{FF2B5EF4-FFF2-40B4-BE49-F238E27FC236}">
                    <a16:creationId xmlns:a16="http://schemas.microsoft.com/office/drawing/2014/main" id="{EADE7FE6-0E64-7D88-6EF6-23E614149E0E}"/>
                  </a:ext>
                </a:extLst>
              </p:cNvPr>
              <p:cNvSpPr/>
              <p:nvPr/>
            </p:nvSpPr>
            <p:spPr>
              <a:xfrm>
                <a:off x="19603306" y="8262663"/>
                <a:ext cx="62870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1" name="Rectangle: Rounded Corners 1240">
                <a:extLst>
                  <a:ext uri="{FF2B5EF4-FFF2-40B4-BE49-F238E27FC236}">
                    <a16:creationId xmlns:a16="http://schemas.microsoft.com/office/drawing/2014/main" id="{EADE7FE6-0E64-7D88-6EF6-23E614149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306" y="8262663"/>
                <a:ext cx="62870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2" name="TextBox 1241">
            <a:extLst>
              <a:ext uri="{FF2B5EF4-FFF2-40B4-BE49-F238E27FC236}">
                <a16:creationId xmlns:a16="http://schemas.microsoft.com/office/drawing/2014/main" id="{68DC6E87-FA8D-A86D-3FCE-0AE672BD4937}"/>
              </a:ext>
            </a:extLst>
          </p:cNvPr>
          <p:cNvSpPr txBox="1"/>
          <p:nvPr/>
        </p:nvSpPr>
        <p:spPr>
          <a:xfrm>
            <a:off x="19728298" y="8935089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3" name="Rectangle: Rounded Corners 1242">
                <a:extLst>
                  <a:ext uri="{FF2B5EF4-FFF2-40B4-BE49-F238E27FC236}">
                    <a16:creationId xmlns:a16="http://schemas.microsoft.com/office/drawing/2014/main" id="{77F5A34C-0B05-EEB6-A9C2-B3BC53A60908}"/>
                  </a:ext>
                </a:extLst>
              </p:cNvPr>
              <p:cNvSpPr/>
              <p:nvPr/>
            </p:nvSpPr>
            <p:spPr>
              <a:xfrm>
                <a:off x="19603306" y="9184537"/>
                <a:ext cx="628701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3" name="Rectangle: Rounded Corners 1242">
                <a:extLst>
                  <a:ext uri="{FF2B5EF4-FFF2-40B4-BE49-F238E27FC236}">
                    <a16:creationId xmlns:a16="http://schemas.microsoft.com/office/drawing/2014/main" id="{77F5A34C-0B05-EEB6-A9C2-B3BC53A60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306" y="9184537"/>
                <a:ext cx="628701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6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4" name="Arrow: Right 1243">
            <a:extLst>
              <a:ext uri="{FF2B5EF4-FFF2-40B4-BE49-F238E27FC236}">
                <a16:creationId xmlns:a16="http://schemas.microsoft.com/office/drawing/2014/main" id="{D6224CA3-7F8E-A991-AB03-D2EB4473399C}"/>
              </a:ext>
            </a:extLst>
          </p:cNvPr>
          <p:cNvSpPr/>
          <p:nvPr/>
        </p:nvSpPr>
        <p:spPr>
          <a:xfrm rot="3460468">
            <a:off x="20154779" y="7921903"/>
            <a:ext cx="770739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5" name="Arrow: Right 1244">
            <a:extLst>
              <a:ext uri="{FF2B5EF4-FFF2-40B4-BE49-F238E27FC236}">
                <a16:creationId xmlns:a16="http://schemas.microsoft.com/office/drawing/2014/main" id="{EEB63BCB-1307-11AD-4F7E-F2EC8517B8D9}"/>
              </a:ext>
            </a:extLst>
          </p:cNvPr>
          <p:cNvSpPr/>
          <p:nvPr/>
        </p:nvSpPr>
        <p:spPr>
          <a:xfrm>
            <a:off x="20328420" y="8449788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6" name="Arrow: Right 1245">
            <a:extLst>
              <a:ext uri="{FF2B5EF4-FFF2-40B4-BE49-F238E27FC236}">
                <a16:creationId xmlns:a16="http://schemas.microsoft.com/office/drawing/2014/main" id="{DCB3D218-64E1-E149-0A81-DAE87A737F68}"/>
              </a:ext>
            </a:extLst>
          </p:cNvPr>
          <p:cNvSpPr/>
          <p:nvPr/>
        </p:nvSpPr>
        <p:spPr>
          <a:xfrm rot="18016408">
            <a:off x="20134543" y="8993014"/>
            <a:ext cx="883049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9BD5E729-84A5-EF4D-82D1-D50B14BEABF8}"/>
              </a:ext>
            </a:extLst>
          </p:cNvPr>
          <p:cNvSpPr txBox="1"/>
          <p:nvPr/>
        </p:nvSpPr>
        <p:spPr>
          <a:xfrm>
            <a:off x="19728298" y="798980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graphicFrame>
        <p:nvGraphicFramePr>
          <p:cNvPr id="1251" name="Table 1250">
            <a:extLst>
              <a:ext uri="{FF2B5EF4-FFF2-40B4-BE49-F238E27FC236}">
                <a16:creationId xmlns:a16="http://schemas.microsoft.com/office/drawing/2014/main" id="{9E868E99-B6A1-ECBF-5CAF-FBCC27E40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407177"/>
              </p:ext>
            </p:extLst>
          </p:nvPr>
        </p:nvGraphicFramePr>
        <p:xfrm>
          <a:off x="23600909" y="7594782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5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2" name="Table 1251">
            <a:extLst>
              <a:ext uri="{FF2B5EF4-FFF2-40B4-BE49-F238E27FC236}">
                <a16:creationId xmlns:a16="http://schemas.microsoft.com/office/drawing/2014/main" id="{7F787657-A002-60AB-6C94-93FC45E14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774224"/>
              </p:ext>
            </p:extLst>
          </p:nvPr>
        </p:nvGraphicFramePr>
        <p:xfrm>
          <a:off x="24061284" y="7594782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sp>
        <p:nvSpPr>
          <p:cNvPr id="1253" name="Arrow: Right 1252">
            <a:extLst>
              <a:ext uri="{FF2B5EF4-FFF2-40B4-BE49-F238E27FC236}">
                <a16:creationId xmlns:a16="http://schemas.microsoft.com/office/drawing/2014/main" id="{50275093-0C0F-12AB-15BB-F97077DE2D45}"/>
              </a:ext>
            </a:extLst>
          </p:cNvPr>
          <p:cNvSpPr/>
          <p:nvPr/>
        </p:nvSpPr>
        <p:spPr>
          <a:xfrm>
            <a:off x="22931920" y="8443438"/>
            <a:ext cx="500610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54" name="Table 1253">
            <a:extLst>
              <a:ext uri="{FF2B5EF4-FFF2-40B4-BE49-F238E27FC236}">
                <a16:creationId xmlns:a16="http://schemas.microsoft.com/office/drawing/2014/main" id="{22CA339B-632A-72A7-30F2-9CCE9C36C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765422"/>
              </p:ext>
            </p:extLst>
          </p:nvPr>
        </p:nvGraphicFramePr>
        <p:xfrm>
          <a:off x="23596147" y="8117287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5" name="Table 1254">
            <a:extLst>
              <a:ext uri="{FF2B5EF4-FFF2-40B4-BE49-F238E27FC236}">
                <a16:creationId xmlns:a16="http://schemas.microsoft.com/office/drawing/2014/main" id="{7A4DD399-BACB-5909-6170-92692A58D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1640"/>
              </p:ext>
            </p:extLst>
          </p:nvPr>
        </p:nvGraphicFramePr>
        <p:xfrm>
          <a:off x="24056522" y="8117287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6" name="Table 1255">
            <a:extLst>
              <a:ext uri="{FF2B5EF4-FFF2-40B4-BE49-F238E27FC236}">
                <a16:creationId xmlns:a16="http://schemas.microsoft.com/office/drawing/2014/main" id="{B2FCDC3D-CADB-77D2-0498-136210193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155072"/>
              </p:ext>
            </p:extLst>
          </p:nvPr>
        </p:nvGraphicFramePr>
        <p:xfrm>
          <a:off x="23596147" y="861575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4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7" name="Table 1256">
            <a:extLst>
              <a:ext uri="{FF2B5EF4-FFF2-40B4-BE49-F238E27FC236}">
                <a16:creationId xmlns:a16="http://schemas.microsoft.com/office/drawing/2014/main" id="{3B6E83B3-C917-9E32-CEA2-38B5E772D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430423"/>
              </p:ext>
            </p:extLst>
          </p:nvPr>
        </p:nvGraphicFramePr>
        <p:xfrm>
          <a:off x="24056522" y="861575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8" name="Table 1257">
            <a:extLst>
              <a:ext uri="{FF2B5EF4-FFF2-40B4-BE49-F238E27FC236}">
                <a16:creationId xmlns:a16="http://schemas.microsoft.com/office/drawing/2014/main" id="{69FEB2FE-550B-C4A1-B4A6-A6CC282CF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251984"/>
              </p:ext>
            </p:extLst>
          </p:nvPr>
        </p:nvGraphicFramePr>
        <p:xfrm>
          <a:off x="23596147" y="910629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E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9" name="Table 1258">
            <a:extLst>
              <a:ext uri="{FF2B5EF4-FFF2-40B4-BE49-F238E27FC236}">
                <a16:creationId xmlns:a16="http://schemas.microsoft.com/office/drawing/2014/main" id="{9EA0D0C2-36E6-E180-BCFC-F46EB4603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760564"/>
              </p:ext>
            </p:extLst>
          </p:nvPr>
        </p:nvGraphicFramePr>
        <p:xfrm>
          <a:off x="24056522" y="910629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sp>
        <p:nvSpPr>
          <p:cNvPr id="1260" name="TextBox 1259">
            <a:extLst>
              <a:ext uri="{FF2B5EF4-FFF2-40B4-BE49-F238E27FC236}">
                <a16:creationId xmlns:a16="http://schemas.microsoft.com/office/drawing/2014/main" id="{82DC65B5-9CEF-1CC2-9DEE-B2D7B781D8BF}"/>
              </a:ext>
            </a:extLst>
          </p:cNvPr>
          <p:cNvSpPr txBox="1"/>
          <p:nvPr/>
        </p:nvSpPr>
        <p:spPr>
          <a:xfrm>
            <a:off x="19468511" y="9834347"/>
            <a:ext cx="4944064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Divergence Of Similar Pairs in Space</a:t>
            </a:r>
          </a:p>
        </p:txBody>
      </p:sp>
      <p:sp>
        <p:nvSpPr>
          <p:cNvPr id="1261" name="Rectangle: Rounded Corners 1260">
            <a:extLst>
              <a:ext uri="{FF2B5EF4-FFF2-40B4-BE49-F238E27FC236}">
                <a16:creationId xmlns:a16="http://schemas.microsoft.com/office/drawing/2014/main" id="{DAE438B5-774B-6A4C-5AA5-44BCF58CFA4A}"/>
              </a:ext>
            </a:extLst>
          </p:cNvPr>
          <p:cNvSpPr/>
          <p:nvPr/>
        </p:nvSpPr>
        <p:spPr>
          <a:xfrm>
            <a:off x="5788416" y="565226"/>
            <a:ext cx="6670116" cy="2864892"/>
          </a:xfrm>
          <a:prstGeom prst="roundRect">
            <a:avLst>
              <a:gd name="adj" fmla="val 6239"/>
            </a:avLst>
          </a:prstGeom>
          <a:solidFill>
            <a:srgbClr val="FFE5E5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sp>
        <p:nvSpPr>
          <p:cNvPr id="1262" name="TextBox 1261">
            <a:extLst>
              <a:ext uri="{FF2B5EF4-FFF2-40B4-BE49-F238E27FC236}">
                <a16:creationId xmlns:a16="http://schemas.microsoft.com/office/drawing/2014/main" id="{1B85DF34-2B2D-E6F6-12A3-2DABD88838F1}"/>
              </a:ext>
            </a:extLst>
          </p:cNvPr>
          <p:cNvSpPr txBox="1"/>
          <p:nvPr/>
        </p:nvSpPr>
        <p:spPr>
          <a:xfrm>
            <a:off x="5803794" y="541286"/>
            <a:ext cx="5532220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Space Reconstructor (PSR)</a:t>
            </a:r>
          </a:p>
        </p:txBody>
      </p:sp>
      <p:graphicFrame>
        <p:nvGraphicFramePr>
          <p:cNvPr id="1263" name="Table 1262">
            <a:extLst>
              <a:ext uri="{FF2B5EF4-FFF2-40B4-BE49-F238E27FC236}">
                <a16:creationId xmlns:a16="http://schemas.microsoft.com/office/drawing/2014/main" id="{E19C1725-E3DA-EC0E-3EA6-79A24BA9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697282"/>
              </p:ext>
            </p:extLst>
          </p:nvPr>
        </p:nvGraphicFramePr>
        <p:xfrm>
          <a:off x="8105255" y="1226581"/>
          <a:ext cx="2434976" cy="33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55052227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</a:tblGrid>
              <a:tr h="330147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264" name="Rectangle: Rounded Corners 1263">
            <a:extLst>
              <a:ext uri="{FF2B5EF4-FFF2-40B4-BE49-F238E27FC236}">
                <a16:creationId xmlns:a16="http://schemas.microsoft.com/office/drawing/2014/main" id="{F737AFB6-9CF0-DCBF-7455-AC75AA5F6D9A}"/>
              </a:ext>
            </a:extLst>
          </p:cNvPr>
          <p:cNvSpPr/>
          <p:nvPr/>
        </p:nvSpPr>
        <p:spPr>
          <a:xfrm>
            <a:off x="6218475" y="1090902"/>
            <a:ext cx="1074185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1265" name="Arrow: Right 1264">
            <a:extLst>
              <a:ext uri="{FF2B5EF4-FFF2-40B4-BE49-F238E27FC236}">
                <a16:creationId xmlns:a16="http://schemas.microsoft.com/office/drawing/2014/main" id="{28375DE6-4E9B-6A2C-0427-C1D21833946F}"/>
              </a:ext>
            </a:extLst>
          </p:cNvPr>
          <p:cNvSpPr/>
          <p:nvPr/>
        </p:nvSpPr>
        <p:spPr>
          <a:xfrm rot="5400000">
            <a:off x="6391940" y="2063380"/>
            <a:ext cx="756368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6" name="TextBox 1265">
                <a:extLst>
                  <a:ext uri="{FF2B5EF4-FFF2-40B4-BE49-F238E27FC236}">
                    <a16:creationId xmlns:a16="http://schemas.microsoft.com/office/drawing/2014/main" id="{7931E88E-6AEF-B389-71CB-FE22756BAD5A}"/>
                  </a:ext>
                </a:extLst>
              </p:cNvPr>
              <p:cNvSpPr txBox="1"/>
              <p:nvPr/>
            </p:nvSpPr>
            <p:spPr>
              <a:xfrm>
                <a:off x="5886754" y="1790930"/>
                <a:ext cx="17071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66" name="TextBox 1265">
                <a:extLst>
                  <a:ext uri="{FF2B5EF4-FFF2-40B4-BE49-F238E27FC236}">
                    <a16:creationId xmlns:a16="http://schemas.microsoft.com/office/drawing/2014/main" id="{7931E88E-6AEF-B389-71CB-FE22756BA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54" y="1790930"/>
                <a:ext cx="1707134" cy="400110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" name="Arrow: Right 1268">
            <a:extLst>
              <a:ext uri="{FF2B5EF4-FFF2-40B4-BE49-F238E27FC236}">
                <a16:creationId xmlns:a16="http://schemas.microsoft.com/office/drawing/2014/main" id="{B49B7117-312F-E2A1-A850-D8F9DA0F0FD5}"/>
              </a:ext>
            </a:extLst>
          </p:cNvPr>
          <p:cNvSpPr/>
          <p:nvPr/>
        </p:nvSpPr>
        <p:spPr>
          <a:xfrm rot="5400000">
            <a:off x="9082906" y="1811046"/>
            <a:ext cx="479668" cy="98765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0" name="Rectangle: Rounded Corners 1269">
                <a:extLst>
                  <a:ext uri="{FF2B5EF4-FFF2-40B4-BE49-F238E27FC236}">
                    <a16:creationId xmlns:a16="http://schemas.microsoft.com/office/drawing/2014/main" id="{B35EDB56-E517-87D2-468C-60E1A0E2221E}"/>
                  </a:ext>
                </a:extLst>
              </p:cNvPr>
              <p:cNvSpPr/>
              <p:nvPr/>
            </p:nvSpPr>
            <p:spPr>
              <a:xfrm>
                <a:off x="5985594" y="2563254"/>
                <a:ext cx="1588069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79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790" b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APD</m:t>
                              </m:r>
                            </m:e>
                          </m:d>
                        </m:e>
                        <m:sub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0" name="Rectangle: Rounded Corners 1269">
                <a:extLst>
                  <a:ext uri="{FF2B5EF4-FFF2-40B4-BE49-F238E27FC236}">
                    <a16:creationId xmlns:a16="http://schemas.microsoft.com/office/drawing/2014/main" id="{B35EDB56-E517-87D2-468C-60E1A0E22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594" y="2563254"/>
                <a:ext cx="1588069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6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73" name="Table 1272">
            <a:extLst>
              <a:ext uri="{FF2B5EF4-FFF2-40B4-BE49-F238E27FC236}">
                <a16:creationId xmlns:a16="http://schemas.microsoft.com/office/drawing/2014/main" id="{F7F69FD9-DF75-5B0D-6F12-213B6DBDC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107505"/>
              </p:ext>
            </p:extLst>
          </p:nvPr>
        </p:nvGraphicFramePr>
        <p:xfrm>
          <a:off x="8106073" y="2847155"/>
          <a:ext cx="2434976" cy="33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55052227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</a:tblGrid>
              <a:tr h="330147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276" name="TextBox 1275">
            <a:extLst>
              <a:ext uri="{FF2B5EF4-FFF2-40B4-BE49-F238E27FC236}">
                <a16:creationId xmlns:a16="http://schemas.microsoft.com/office/drawing/2014/main" id="{FFCFD4AA-882F-09D7-F92D-B6B053E3D03C}"/>
              </a:ext>
            </a:extLst>
          </p:cNvPr>
          <p:cNvSpPr txBox="1"/>
          <p:nvPr/>
        </p:nvSpPr>
        <p:spPr>
          <a:xfrm>
            <a:off x="10534999" y="256954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graphicFrame>
        <p:nvGraphicFramePr>
          <p:cNvPr id="1277" name="Table 1276">
            <a:extLst>
              <a:ext uri="{FF2B5EF4-FFF2-40B4-BE49-F238E27FC236}">
                <a16:creationId xmlns:a16="http://schemas.microsoft.com/office/drawing/2014/main" id="{A59CEF4F-4ACE-9D4E-79B4-E87B4DB6E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46978"/>
              </p:ext>
            </p:extLst>
          </p:nvPr>
        </p:nvGraphicFramePr>
        <p:xfrm>
          <a:off x="8105467" y="2515391"/>
          <a:ext cx="2434976" cy="33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692974"/>
                    </a:ext>
                  </a:extLst>
                </a:gridCol>
              </a:tblGrid>
              <a:tr h="330147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graphicFrame>
        <p:nvGraphicFramePr>
          <p:cNvPr id="1278" name="Table 1277">
            <a:extLst>
              <a:ext uri="{FF2B5EF4-FFF2-40B4-BE49-F238E27FC236}">
                <a16:creationId xmlns:a16="http://schemas.microsoft.com/office/drawing/2014/main" id="{CAAF9B9E-5102-2F2A-9AFD-EF1A7DD57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11633"/>
              </p:ext>
            </p:extLst>
          </p:nvPr>
        </p:nvGraphicFramePr>
        <p:xfrm>
          <a:off x="8105253" y="2177927"/>
          <a:ext cx="2434976" cy="330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69297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169116286"/>
                    </a:ext>
                  </a:extLst>
                </a:gridCol>
              </a:tblGrid>
              <a:tr h="330147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279" name="TextBox 1278">
            <a:extLst>
              <a:ext uri="{FF2B5EF4-FFF2-40B4-BE49-F238E27FC236}">
                <a16:creationId xmlns:a16="http://schemas.microsoft.com/office/drawing/2014/main" id="{6407FAEE-50E9-88C7-E04C-C6DC47C5B35B}"/>
              </a:ext>
            </a:extLst>
          </p:cNvPr>
          <p:cNvSpPr txBox="1"/>
          <p:nvPr/>
        </p:nvSpPr>
        <p:spPr>
          <a:xfrm>
            <a:off x="10534999" y="1275832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</p:spTree>
    <p:extLst>
      <p:ext uri="{BB962C8B-B14F-4D97-AF65-F5344CB8AC3E}">
        <p14:creationId xmlns:p14="http://schemas.microsoft.com/office/powerpoint/2010/main" val="15632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0484fb-39aa-440e-a7f6-ce6b10828c5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4E12A0CEF6A047A2ED39F3719482AA" ma:contentTypeVersion="16" ma:contentTypeDescription="Create a new document." ma:contentTypeScope="" ma:versionID="0e1d78e459d7e83271e38b16816bc458">
  <xsd:schema xmlns:xsd="http://www.w3.org/2001/XMLSchema" xmlns:xs="http://www.w3.org/2001/XMLSchema" xmlns:p="http://schemas.microsoft.com/office/2006/metadata/properties" xmlns:ns3="9dd65258-3995-4e6a-8867-aed9b661a0cf" xmlns:ns4="bf0484fb-39aa-440e-a7f6-ce6b10828c56" targetNamespace="http://schemas.microsoft.com/office/2006/metadata/properties" ma:root="true" ma:fieldsID="177a938d7b189453f861ba34050ac94d" ns3:_="" ns4:_="">
    <xsd:import namespace="9dd65258-3995-4e6a-8867-aed9b661a0cf"/>
    <xsd:import namespace="bf0484fb-39aa-440e-a7f6-ce6b10828c5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_activity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Location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65258-3995-4e6a-8867-aed9b661a0c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484fb-39aa-440e-a7f6-ce6b10828c56" elementFormDefault="qualified">
    <xsd:import namespace="http://schemas.microsoft.com/office/2006/documentManagement/types"/>
    <xsd:import namespace="http://schemas.microsoft.com/office/infopath/2007/PartnerControls"/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6CBD86-C09C-470A-88E8-4B08832346BE}">
  <ds:schemaRefs>
    <ds:schemaRef ds:uri="http://schemas.microsoft.com/office/infopath/2007/PartnerControls"/>
    <ds:schemaRef ds:uri="http://schemas.microsoft.com/office/2006/documentManagement/types"/>
    <ds:schemaRef ds:uri="bf0484fb-39aa-440e-a7f6-ce6b10828c56"/>
    <ds:schemaRef ds:uri="9dd65258-3995-4e6a-8867-aed9b661a0cf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9FCC86B-1F9D-4A3C-8003-88B96C469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d65258-3995-4e6a-8867-aed9b661a0cf"/>
    <ds:schemaRef ds:uri="bf0484fb-39aa-440e-a7f6-ce6b10828c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04957A-1A48-4EA0-8205-DDDFF95B0C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488</TotalTime>
  <Words>250</Words>
  <Application>Microsoft Office PowerPoint</Application>
  <PresentationFormat>Custom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HGGothicE</vt:lpstr>
      <vt:lpstr>Aptos</vt:lpstr>
      <vt:lpstr>Aptos Display</vt:lpstr>
      <vt:lpstr>Arial</vt:lpstr>
      <vt:lpstr>Cambria Math</vt:lpstr>
      <vt:lpstr>Times New Roman</vt:lpstr>
      <vt:lpstr>Univers</vt:lpstr>
      <vt:lpstr>Office Theme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An, Xiaodong</cp:lastModifiedBy>
  <cp:revision>6</cp:revision>
  <dcterms:created xsi:type="dcterms:W3CDTF">2025-11-19T19:48:52Z</dcterms:created>
  <dcterms:modified xsi:type="dcterms:W3CDTF">2025-11-20T21:30:32Z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0x0101006A4E12A0CEF6A047A2ED39F3719482AA</vt:lpwstr>
  </property>
</Properties>
</file>