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718EE1-1213-4CB2-98E5-BA7FA4D94808}" v="15" dt="2026-02-25T19:57:54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464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, Xiaodong" userId="434b1142-3ad5-4172-9476-605417564d6b" providerId="ADAL" clId="{0FD67F35-79CA-4212-80DA-F518049104B4}"/>
    <pc:docChg chg="undo custSel addSld delSld modSld">
      <pc:chgData name="An, Xiaodong" userId="434b1142-3ad5-4172-9476-605417564d6b" providerId="ADAL" clId="{0FD67F35-79CA-4212-80DA-F518049104B4}" dt="2026-02-25T19:57:58.605" v="186" actId="1076"/>
      <pc:docMkLst>
        <pc:docMk/>
      </pc:docMkLst>
      <pc:sldChg chg="new del">
        <pc:chgData name="An, Xiaodong" userId="434b1142-3ad5-4172-9476-605417564d6b" providerId="ADAL" clId="{0FD67F35-79CA-4212-80DA-F518049104B4}" dt="2026-02-25T19:44:23.625" v="2" actId="47"/>
        <pc:sldMkLst>
          <pc:docMk/>
          <pc:sldMk cId="742727856" sldId="256"/>
        </pc:sldMkLst>
      </pc:sldChg>
      <pc:sldChg chg="addSp delSp modSp new mod">
        <pc:chgData name="An, Xiaodong" userId="434b1142-3ad5-4172-9476-605417564d6b" providerId="ADAL" clId="{0FD67F35-79CA-4212-80DA-F518049104B4}" dt="2026-02-25T19:57:58.605" v="186" actId="1076"/>
        <pc:sldMkLst>
          <pc:docMk/>
          <pc:sldMk cId="2670458083" sldId="257"/>
        </pc:sldMkLst>
        <pc:spChg chg="del">
          <ac:chgData name="An, Xiaodong" userId="434b1142-3ad5-4172-9476-605417564d6b" providerId="ADAL" clId="{0FD67F35-79CA-4212-80DA-F518049104B4}" dt="2026-02-25T19:44:24.492" v="3" actId="478"/>
          <ac:spMkLst>
            <pc:docMk/>
            <pc:sldMk cId="2670458083" sldId="257"/>
            <ac:spMk id="2" creationId="{546BD1B8-7FB3-B939-8376-7DE68FD5F7A9}"/>
          </ac:spMkLst>
        </pc:spChg>
        <pc:spChg chg="del">
          <ac:chgData name="An, Xiaodong" userId="434b1142-3ad5-4172-9476-605417564d6b" providerId="ADAL" clId="{0FD67F35-79CA-4212-80DA-F518049104B4}" dt="2026-02-25T19:44:25.249" v="4" actId="478"/>
          <ac:spMkLst>
            <pc:docMk/>
            <pc:sldMk cId="2670458083" sldId="257"/>
            <ac:spMk id="3" creationId="{F8EC2FC4-8AC8-82F6-F70E-13F2FB02D209}"/>
          </ac:spMkLst>
        </pc:spChg>
        <pc:spChg chg="add mod">
          <ac:chgData name="An, Xiaodong" userId="434b1142-3ad5-4172-9476-605417564d6b" providerId="ADAL" clId="{0FD67F35-79CA-4212-80DA-F518049104B4}" dt="2026-02-25T19:52:46.847" v="59" actId="1076"/>
          <ac:spMkLst>
            <pc:docMk/>
            <pc:sldMk cId="2670458083" sldId="257"/>
            <ac:spMk id="8" creationId="{CA906672-5388-0114-A2A7-9B0BB2F19A73}"/>
          </ac:spMkLst>
        </pc:spChg>
        <pc:spChg chg="add mod">
          <ac:chgData name="An, Xiaodong" userId="434b1142-3ad5-4172-9476-605417564d6b" providerId="ADAL" clId="{0FD67F35-79CA-4212-80DA-F518049104B4}" dt="2026-02-25T19:52:51.159" v="61" actId="1076"/>
          <ac:spMkLst>
            <pc:docMk/>
            <pc:sldMk cId="2670458083" sldId="257"/>
            <ac:spMk id="9" creationId="{3C1C2B95-38C8-948B-5712-FFADD1189633}"/>
          </ac:spMkLst>
        </pc:spChg>
        <pc:spChg chg="add mod">
          <ac:chgData name="An, Xiaodong" userId="434b1142-3ad5-4172-9476-605417564d6b" providerId="ADAL" clId="{0FD67F35-79CA-4212-80DA-F518049104B4}" dt="2026-02-25T19:53:59.990" v="99" actId="1038"/>
          <ac:spMkLst>
            <pc:docMk/>
            <pc:sldMk cId="2670458083" sldId="257"/>
            <ac:spMk id="12" creationId="{77F4312B-8B1A-410F-2062-D79D6D26F48D}"/>
          </ac:spMkLst>
        </pc:spChg>
        <pc:spChg chg="add mod">
          <ac:chgData name="An, Xiaodong" userId="434b1142-3ad5-4172-9476-605417564d6b" providerId="ADAL" clId="{0FD67F35-79CA-4212-80DA-F518049104B4}" dt="2026-02-25T19:53:34.320" v="73" actId="113"/>
          <ac:spMkLst>
            <pc:docMk/>
            <pc:sldMk cId="2670458083" sldId="257"/>
            <ac:spMk id="13" creationId="{1A184D0B-5A87-10A2-3E51-437DDC563E65}"/>
          </ac:spMkLst>
        </pc:spChg>
        <pc:spChg chg="add mod">
          <ac:chgData name="An, Xiaodong" userId="434b1142-3ad5-4172-9476-605417564d6b" providerId="ADAL" clId="{0FD67F35-79CA-4212-80DA-F518049104B4}" dt="2026-02-25T19:56:21.301" v="144" actId="1038"/>
          <ac:spMkLst>
            <pc:docMk/>
            <pc:sldMk cId="2670458083" sldId="257"/>
            <ac:spMk id="14" creationId="{8D6A5752-9A2B-E81F-4F94-E8B566F42AB5}"/>
          </ac:spMkLst>
        </pc:spChg>
        <pc:spChg chg="add mod">
          <ac:chgData name="An, Xiaodong" userId="434b1142-3ad5-4172-9476-605417564d6b" providerId="ADAL" clId="{0FD67F35-79CA-4212-80DA-F518049104B4}" dt="2026-02-25T19:55:49.045" v="130" actId="1037"/>
          <ac:spMkLst>
            <pc:docMk/>
            <pc:sldMk cId="2670458083" sldId="257"/>
            <ac:spMk id="15" creationId="{F13C0DAC-E085-19BD-7F50-2F14117FD459}"/>
          </ac:spMkLst>
        </pc:spChg>
        <pc:spChg chg="add mod">
          <ac:chgData name="An, Xiaodong" userId="434b1142-3ad5-4172-9476-605417564d6b" providerId="ADAL" clId="{0FD67F35-79CA-4212-80DA-F518049104B4}" dt="2026-02-25T19:56:23.325" v="145" actId="1037"/>
          <ac:spMkLst>
            <pc:docMk/>
            <pc:sldMk cId="2670458083" sldId="257"/>
            <ac:spMk id="16" creationId="{78ADD10A-C2EC-0910-6B44-188D821FD818}"/>
          </ac:spMkLst>
        </pc:spChg>
        <pc:spChg chg="add mod">
          <ac:chgData name="An, Xiaodong" userId="434b1142-3ad5-4172-9476-605417564d6b" providerId="ADAL" clId="{0FD67F35-79CA-4212-80DA-F518049104B4}" dt="2026-02-25T19:57:24.117" v="172" actId="14100"/>
          <ac:spMkLst>
            <pc:docMk/>
            <pc:sldMk cId="2670458083" sldId="257"/>
            <ac:spMk id="17" creationId="{BA5D794B-42F0-F567-07A5-42413B8E5626}"/>
          </ac:spMkLst>
        </pc:spChg>
        <pc:spChg chg="add mod">
          <ac:chgData name="An, Xiaodong" userId="434b1142-3ad5-4172-9476-605417564d6b" providerId="ADAL" clId="{0FD67F35-79CA-4212-80DA-F518049104B4}" dt="2026-02-25T19:57:31.766" v="175" actId="14100"/>
          <ac:spMkLst>
            <pc:docMk/>
            <pc:sldMk cId="2670458083" sldId="257"/>
            <ac:spMk id="18" creationId="{9B6800A7-C093-7083-3B0E-EFBF1E634A25}"/>
          </ac:spMkLst>
        </pc:spChg>
        <pc:spChg chg="add mod">
          <ac:chgData name="An, Xiaodong" userId="434b1142-3ad5-4172-9476-605417564d6b" providerId="ADAL" clId="{0FD67F35-79CA-4212-80DA-F518049104B4}" dt="2026-02-25T19:57:49.915" v="182" actId="207"/>
          <ac:spMkLst>
            <pc:docMk/>
            <pc:sldMk cId="2670458083" sldId="257"/>
            <ac:spMk id="19" creationId="{DC8C212B-F005-3967-9E9C-81E0C9B83442}"/>
          </ac:spMkLst>
        </pc:spChg>
        <pc:spChg chg="add mod">
          <ac:chgData name="An, Xiaodong" userId="434b1142-3ad5-4172-9476-605417564d6b" providerId="ADAL" clId="{0FD67F35-79CA-4212-80DA-F518049104B4}" dt="2026-02-25T19:57:58.605" v="186" actId="1076"/>
          <ac:spMkLst>
            <pc:docMk/>
            <pc:sldMk cId="2670458083" sldId="257"/>
            <ac:spMk id="20" creationId="{09EFF564-2549-BFE4-76E5-33274E0EAED5}"/>
          </ac:spMkLst>
        </pc:spChg>
        <pc:picChg chg="add del">
          <ac:chgData name="An, Xiaodong" userId="434b1142-3ad5-4172-9476-605417564d6b" providerId="ADAL" clId="{0FD67F35-79CA-4212-80DA-F518049104B4}" dt="2026-02-25T19:50:13.792" v="6" actId="478"/>
          <ac:picMkLst>
            <pc:docMk/>
            <pc:sldMk cId="2670458083" sldId="257"/>
            <ac:picMk id="5" creationId="{F8DC2B97-9A0B-384A-10F9-C30766CE1A91}"/>
          </ac:picMkLst>
        </pc:picChg>
        <pc:picChg chg="add mod">
          <ac:chgData name="An, Xiaodong" userId="434b1142-3ad5-4172-9476-605417564d6b" providerId="ADAL" clId="{0FD67F35-79CA-4212-80DA-F518049104B4}" dt="2026-02-25T19:57:11.569" v="161" actId="1076"/>
          <ac:picMkLst>
            <pc:docMk/>
            <pc:sldMk cId="2670458083" sldId="257"/>
            <ac:picMk id="7" creationId="{8E274C2E-1CC0-ED03-A130-8CD04B81B585}"/>
          </ac:picMkLst>
        </pc:picChg>
        <pc:cxnChg chg="add mod">
          <ac:chgData name="An, Xiaodong" userId="434b1142-3ad5-4172-9476-605417564d6b" providerId="ADAL" clId="{0FD67F35-79CA-4212-80DA-F518049104B4}" dt="2026-02-25T19:53:55.790" v="94" actId="1038"/>
          <ac:cxnSpMkLst>
            <pc:docMk/>
            <pc:sldMk cId="2670458083" sldId="257"/>
            <ac:cxnSpMk id="11" creationId="{EA89B60C-AF22-2680-D3F7-15824726B56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E1382-6307-DE29-E4CF-D1E2AAB04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48AD5-59A1-F3F7-2FA3-5A29A77D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A6EFC-22BD-3A57-FC71-B00FF5C3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E92F9-4956-61EF-7465-860F9648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4123B-FC6C-5695-E849-504746020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1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2ED01-6E8A-33C9-2D58-01260A6C0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993B-0FD4-04A2-9737-846BE395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B8277-F543-22A3-953A-94843E9A3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898E0-0965-2892-B250-4E394715A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DB7BA-C5F1-7D02-25A8-3C928555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508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6D61-4873-19C0-759D-A689DAFD5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4F39F6-E01B-38F7-6C04-4A704082E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4F98B-2315-3331-74F0-3487FA15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88BB5-80D8-7614-4187-13AB86AA0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AA453-256E-1127-ED86-8B0AB4C2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6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2300-0850-6F9E-3462-7D561EC0E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436BE-1618-9B58-CBFE-9CCE6E3DE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7BDFF-05D9-5ABC-3756-DB2A831AE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E0D3C-15C3-28D1-0EC0-4180FEBC6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3D287-7B4A-FFF7-4F10-36F06B6AD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E5EEC-7F48-404B-E1DD-9270A748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0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D123-6B20-9307-3B4F-114638B1D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4208D-16DF-D3A8-6E75-39D6EF73F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EF2AF-971D-B9DF-FDE4-114FF4A41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C801C-57A8-9DB6-4DC0-39EEA9C2A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55E7F-B94B-ABC2-4361-F3782B786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61F19-44CB-A277-96DC-8E83F02E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B8055B-824D-3D01-80FF-F65F3E779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7C1291-FC34-8922-23BF-87E4C1D5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6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F21E9-1826-EB48-1DCA-D4CDA1AD8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A1672-CB96-A884-47A7-3496A4307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5AA1B-0505-62E8-7553-27B1BEE4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A864C-45EF-AD45-4C31-9F8AB478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34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5C9C57-29D0-D46E-2E49-08D48035B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6AF313-ACC1-A1F9-C7D9-654C85093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71955-1D1C-1B25-6743-43CB5F06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161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732AE-3711-0F31-9677-7B87C421E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D5D58-F3BE-6D7E-A9D8-A8A09B5F5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838452-8459-97FF-4C3D-A9BF54540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532BE-2057-187B-C0F6-D084A7CAB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B7B948-8102-B59F-E0BC-B65EE228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F17A2F-00DD-C491-3722-6093A9EC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07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5683E-3642-82F2-B5A2-998B2667F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D7F4BB-2B3F-6F6E-FE59-67549FD15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FEEC4-5A28-6EA0-5521-8472249B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8FBE1-2AD4-94F1-D999-69BDB7B1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FA4DE-82FB-6E8F-27F5-A4D21655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FD355-E964-502C-17BB-656D73956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99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F5C65-B175-4769-B63D-D844F6380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2EE70-511B-AB7F-CE5B-33435E332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23468-5859-8D12-4BE4-5EA29BCA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DCBEB-989D-4BC0-63C7-207EFD235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F0E802-DF76-D6FC-324A-5CC65DDEC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2B83E-297A-786D-86D4-B226B3292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8625B-D021-9C27-B736-2252BDB1E0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B6DF8-6195-889A-B242-D22A09C2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A353-0F61-490E-6FC9-258EA311F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83D1C-24BC-66D5-7591-B16573F5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55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9B4D4-D2CD-CC2B-D406-A0E542DC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FA3FA-4945-D056-58DB-67240F346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3146C-9EA9-B2BC-9A3A-60A894581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03558-83E2-4A61-8978-7623CC58C04E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390FD-D41F-EEA3-4EA4-1B11CFDC7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43A0B-9B25-A517-91F9-E52E02E99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50BE87-06E4-4D94-B0C4-2AD958AA3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77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E274C2E-1CC0-ED03-A130-8CD04B81B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186" y="0"/>
            <a:ext cx="6144482" cy="61444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906672-5388-0114-A2A7-9B0BB2F19A73}"/>
              </a:ext>
            </a:extLst>
          </p:cNvPr>
          <p:cNvSpPr txBox="1"/>
          <p:nvPr/>
        </p:nvSpPr>
        <p:spPr>
          <a:xfrm rot="16200000">
            <a:off x="-337612" y="2779853"/>
            <a:ext cx="50565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DejaVu Sans"/>
                <a:cs typeface="Times New Roman" panose="02020603050405020304" pitchFamily="18" charset="0"/>
              </a:rPr>
              <a:t>Membrane Potential (u)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C2B95-38C8-948B-5712-FFADD1189633}"/>
              </a:ext>
            </a:extLst>
          </p:cNvPr>
          <p:cNvSpPr txBox="1"/>
          <p:nvPr/>
        </p:nvSpPr>
        <p:spPr>
          <a:xfrm>
            <a:off x="4701112" y="6144482"/>
            <a:ext cx="1872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DejaVu Sans"/>
                <a:cs typeface="Times New Roman" panose="02020603050405020304" pitchFamily="18" charset="0"/>
              </a:rPr>
              <a:t>Time (t)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89B60C-AF22-2680-D3F7-15824726B56C}"/>
              </a:ext>
            </a:extLst>
          </p:cNvPr>
          <p:cNvCxnSpPr/>
          <p:nvPr/>
        </p:nvCxnSpPr>
        <p:spPr>
          <a:xfrm>
            <a:off x="2521165" y="3952875"/>
            <a:ext cx="6226603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7F4312B-8B1A-410F-2062-D79D6D26F48D}"/>
              </a:ext>
            </a:extLst>
          </p:cNvPr>
          <p:cNvSpPr txBox="1"/>
          <p:nvPr/>
        </p:nvSpPr>
        <p:spPr>
          <a:xfrm>
            <a:off x="2603286" y="3583543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DejaVu Sans"/>
              </a:rPr>
              <a:t>0.3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6A5752-9A2B-E81F-4F94-E8B566F42AB5}"/>
              </a:ext>
            </a:extLst>
          </p:cNvPr>
          <p:cNvSpPr txBox="1"/>
          <p:nvPr/>
        </p:nvSpPr>
        <p:spPr>
          <a:xfrm>
            <a:off x="4762500" y="1879077"/>
            <a:ext cx="54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DejaVu Sans"/>
                <a:sym typeface="Wingdings 2" panose="05020102010507070707" pitchFamily="18" charset="2"/>
              </a:rPr>
              <a:t>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DejaVu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C0DAC-E085-19BD-7F50-2F14117FD459}"/>
              </a:ext>
            </a:extLst>
          </p:cNvPr>
          <p:cNvSpPr txBox="1"/>
          <p:nvPr/>
        </p:nvSpPr>
        <p:spPr>
          <a:xfrm>
            <a:off x="5382053" y="38100"/>
            <a:ext cx="54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DejaVu Sans"/>
                <a:sym typeface="Wingdings 2" panose="05020102010507070707" pitchFamily="18" charset="2"/>
              </a:rPr>
              <a:t>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  <a:latin typeface="DejaVu San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DD10A-C2EC-0910-6B44-188D821FD818}"/>
              </a:ext>
            </a:extLst>
          </p:cNvPr>
          <p:cNvSpPr txBox="1"/>
          <p:nvPr/>
        </p:nvSpPr>
        <p:spPr>
          <a:xfrm>
            <a:off x="6245128" y="1887576"/>
            <a:ext cx="54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DejaVu Sans"/>
                <a:sym typeface="Wingdings 2" panose="05020102010507070707" pitchFamily="18" charset="2"/>
              </a:rPr>
              <a:t></a:t>
            </a:r>
            <a:endParaRPr lang="en-US" sz="3600" dirty="0">
              <a:solidFill>
                <a:schemeClr val="accent1">
                  <a:lumMod val="60000"/>
                  <a:lumOff val="40000"/>
                </a:schemeClr>
              </a:solidFill>
              <a:latin typeface="DejaVu Sans"/>
            </a:endParaRP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BA5D794B-42F0-F567-07A5-42413B8E5626}"/>
              </a:ext>
            </a:extLst>
          </p:cNvPr>
          <p:cNvSpPr/>
          <p:nvPr/>
        </p:nvSpPr>
        <p:spPr>
          <a:xfrm rot="5400000">
            <a:off x="5717382" y="3587624"/>
            <a:ext cx="342900" cy="1123947"/>
          </a:xfrm>
          <a:prstGeom prst="rightBrace">
            <a:avLst>
              <a:gd name="adj1" fmla="val 17519"/>
              <a:gd name="adj2" fmla="val 5015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9B6800A7-C093-7083-3B0E-EFBF1E634A25}"/>
              </a:ext>
            </a:extLst>
          </p:cNvPr>
          <p:cNvSpPr/>
          <p:nvPr/>
        </p:nvSpPr>
        <p:spPr>
          <a:xfrm rot="5400000">
            <a:off x="6803810" y="3669164"/>
            <a:ext cx="342900" cy="960867"/>
          </a:xfrm>
          <a:prstGeom prst="rightBrace">
            <a:avLst>
              <a:gd name="adj1" fmla="val 17519"/>
              <a:gd name="adj2" fmla="val 5015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C212B-F005-3967-9E9C-81E0C9B83442}"/>
              </a:ext>
            </a:extLst>
          </p:cNvPr>
          <p:cNvSpPr txBox="1"/>
          <p:nvPr/>
        </p:nvSpPr>
        <p:spPr>
          <a:xfrm>
            <a:off x="5518647" y="4310595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DejaVu Sans"/>
              </a:rPr>
              <a:t>APD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EFF564-2549-BFE4-76E5-33274E0EAED5}"/>
              </a:ext>
            </a:extLst>
          </p:cNvPr>
          <p:cNvSpPr txBox="1"/>
          <p:nvPr/>
        </p:nvSpPr>
        <p:spPr>
          <a:xfrm>
            <a:off x="6723428" y="4310595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DejaVu Sans"/>
              </a:rPr>
              <a:t>DI</a:t>
            </a:r>
          </a:p>
        </p:txBody>
      </p:sp>
    </p:spTree>
    <p:extLst>
      <p:ext uri="{BB962C8B-B14F-4D97-AF65-F5344CB8AC3E}">
        <p14:creationId xmlns:p14="http://schemas.microsoft.com/office/powerpoint/2010/main" val="2670458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DejaVu Sans</vt:lpstr>
      <vt:lpstr>Aptos</vt:lpstr>
      <vt:lpstr>Aptos Display</vt:lpstr>
      <vt:lpstr>Arial</vt:lpstr>
      <vt:lpstr>Office Theme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An, Xiaodong</dc:creator>
  <cp:lastModifiedBy>An, Xiaodong</cp:lastModifiedBy>
  <cp:revision>1</cp:revision>
  <dcterms:created xsi:type="dcterms:W3CDTF">2026-02-25T19:44:20Z</dcterms:created>
  <dcterms:modified xsi:type="dcterms:W3CDTF">2026-02-25T19:58:06Z</dcterms:modified>
</cp:coreProperties>
</file>