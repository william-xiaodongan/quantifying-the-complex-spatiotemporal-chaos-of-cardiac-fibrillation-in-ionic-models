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19110325" cy="9236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CF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3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88791" y="1511553"/>
            <a:ext cx="14332744" cy="3215522"/>
          </a:xfrm>
        </p:spPr>
        <p:txBody>
          <a:bodyPr anchor="b"/>
          <a:lstStyle>
            <a:lvl1pPr algn="ctr">
              <a:defRPr sz="8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8791" y="4851078"/>
            <a:ext cx="14332744" cy="2229913"/>
          </a:xfrm>
        </p:spPr>
        <p:txBody>
          <a:bodyPr/>
          <a:lstStyle>
            <a:lvl1pPr marL="0" indent="0" algn="ctr">
              <a:buNone/>
              <a:defRPr sz="3232"/>
            </a:lvl1pPr>
            <a:lvl2pPr marL="615757" indent="0" algn="ctr">
              <a:buNone/>
              <a:defRPr sz="2694"/>
            </a:lvl2pPr>
            <a:lvl3pPr marL="1231514" indent="0" algn="ctr">
              <a:buNone/>
              <a:defRPr sz="2424"/>
            </a:lvl3pPr>
            <a:lvl4pPr marL="1847271" indent="0" algn="ctr">
              <a:buNone/>
              <a:defRPr sz="2155"/>
            </a:lvl4pPr>
            <a:lvl5pPr marL="2463028" indent="0" algn="ctr">
              <a:buNone/>
              <a:defRPr sz="2155"/>
            </a:lvl5pPr>
            <a:lvl6pPr marL="3078785" indent="0" algn="ctr">
              <a:buNone/>
              <a:defRPr sz="2155"/>
            </a:lvl6pPr>
            <a:lvl7pPr marL="3694542" indent="0" algn="ctr">
              <a:buNone/>
              <a:defRPr sz="2155"/>
            </a:lvl7pPr>
            <a:lvl8pPr marL="4310299" indent="0" algn="ctr">
              <a:buNone/>
              <a:defRPr sz="2155"/>
            </a:lvl8pPr>
            <a:lvl9pPr marL="4926056" indent="0" algn="ctr">
              <a:buNone/>
              <a:defRPr sz="215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4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30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82" y="2302606"/>
            <a:ext cx="16482655" cy="3841950"/>
          </a:xfrm>
        </p:spPr>
        <p:txBody>
          <a:bodyPr anchor="b"/>
          <a:lstStyle>
            <a:lvl1pPr>
              <a:defRPr sz="8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82" y="6180902"/>
            <a:ext cx="16482655" cy="2020391"/>
          </a:xfrm>
        </p:spPr>
        <p:txBody>
          <a:bodyPr/>
          <a:lstStyle>
            <a:lvl1pPr marL="0" indent="0">
              <a:buNone/>
              <a:defRPr sz="3232">
                <a:solidFill>
                  <a:schemeClr val="tx1">
                    <a:tint val="82000"/>
                  </a:schemeClr>
                </a:solidFill>
              </a:defRPr>
            </a:lvl1pPr>
            <a:lvl2pPr marL="615757" indent="0">
              <a:buNone/>
              <a:defRPr sz="2694">
                <a:solidFill>
                  <a:schemeClr val="tx1">
                    <a:tint val="82000"/>
                  </a:schemeClr>
                </a:solidFill>
              </a:defRPr>
            </a:lvl2pPr>
            <a:lvl3pPr marL="1231514" indent="0">
              <a:buNone/>
              <a:defRPr sz="2424">
                <a:solidFill>
                  <a:schemeClr val="tx1">
                    <a:tint val="82000"/>
                  </a:schemeClr>
                </a:solidFill>
              </a:defRPr>
            </a:lvl3pPr>
            <a:lvl4pPr marL="1847271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4pPr>
            <a:lvl5pPr marL="2463028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5pPr>
            <a:lvl6pPr marL="3078785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6pPr>
            <a:lvl7pPr marL="3694542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7pPr>
            <a:lvl8pPr marL="4310299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8pPr>
            <a:lvl9pPr marL="4926056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19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3835" y="2458677"/>
            <a:ext cx="8121888" cy="586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74602" y="2458677"/>
            <a:ext cx="8121888" cy="586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1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4" y="491736"/>
            <a:ext cx="16482655" cy="178521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6325" y="2264122"/>
            <a:ext cx="8084562" cy="1109611"/>
          </a:xfrm>
        </p:spPr>
        <p:txBody>
          <a:bodyPr anchor="b"/>
          <a:lstStyle>
            <a:lvl1pPr marL="0" indent="0">
              <a:buNone/>
              <a:defRPr sz="3232" b="1"/>
            </a:lvl1pPr>
            <a:lvl2pPr marL="615757" indent="0">
              <a:buNone/>
              <a:defRPr sz="2694" b="1"/>
            </a:lvl2pPr>
            <a:lvl3pPr marL="1231514" indent="0">
              <a:buNone/>
              <a:defRPr sz="2424" b="1"/>
            </a:lvl3pPr>
            <a:lvl4pPr marL="1847271" indent="0">
              <a:buNone/>
              <a:defRPr sz="2155" b="1"/>
            </a:lvl4pPr>
            <a:lvl5pPr marL="2463028" indent="0">
              <a:buNone/>
              <a:defRPr sz="2155" b="1"/>
            </a:lvl5pPr>
            <a:lvl6pPr marL="3078785" indent="0">
              <a:buNone/>
              <a:defRPr sz="2155" b="1"/>
            </a:lvl6pPr>
            <a:lvl7pPr marL="3694542" indent="0">
              <a:buNone/>
              <a:defRPr sz="2155" b="1"/>
            </a:lvl7pPr>
            <a:lvl8pPr marL="4310299" indent="0">
              <a:buNone/>
              <a:defRPr sz="2155" b="1"/>
            </a:lvl8pPr>
            <a:lvl9pPr marL="4926056" indent="0">
              <a:buNone/>
              <a:defRPr sz="21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6325" y="3373733"/>
            <a:ext cx="8084562" cy="4962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74602" y="2264122"/>
            <a:ext cx="8124377" cy="1109611"/>
          </a:xfrm>
        </p:spPr>
        <p:txBody>
          <a:bodyPr anchor="b"/>
          <a:lstStyle>
            <a:lvl1pPr marL="0" indent="0">
              <a:buNone/>
              <a:defRPr sz="3232" b="1"/>
            </a:lvl1pPr>
            <a:lvl2pPr marL="615757" indent="0">
              <a:buNone/>
              <a:defRPr sz="2694" b="1"/>
            </a:lvl2pPr>
            <a:lvl3pPr marL="1231514" indent="0">
              <a:buNone/>
              <a:defRPr sz="2424" b="1"/>
            </a:lvl3pPr>
            <a:lvl4pPr marL="1847271" indent="0">
              <a:buNone/>
              <a:defRPr sz="2155" b="1"/>
            </a:lvl4pPr>
            <a:lvl5pPr marL="2463028" indent="0">
              <a:buNone/>
              <a:defRPr sz="2155" b="1"/>
            </a:lvl5pPr>
            <a:lvl6pPr marL="3078785" indent="0">
              <a:buNone/>
              <a:defRPr sz="2155" b="1"/>
            </a:lvl6pPr>
            <a:lvl7pPr marL="3694542" indent="0">
              <a:buNone/>
              <a:defRPr sz="2155" b="1"/>
            </a:lvl7pPr>
            <a:lvl8pPr marL="4310299" indent="0">
              <a:buNone/>
              <a:defRPr sz="2155" b="1"/>
            </a:lvl8pPr>
            <a:lvl9pPr marL="4926056" indent="0">
              <a:buNone/>
              <a:defRPr sz="21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74602" y="3373733"/>
            <a:ext cx="8124377" cy="4962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28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082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23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5" y="615738"/>
            <a:ext cx="6163577" cy="2155084"/>
          </a:xfrm>
        </p:spPr>
        <p:txBody>
          <a:bodyPr anchor="b"/>
          <a:lstStyle>
            <a:lvl1pPr>
              <a:defRPr sz="43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4377" y="1329824"/>
            <a:ext cx="9674602" cy="6563600"/>
          </a:xfrm>
        </p:spPr>
        <p:txBody>
          <a:bodyPr/>
          <a:lstStyle>
            <a:lvl1pPr>
              <a:defRPr sz="4310"/>
            </a:lvl1pPr>
            <a:lvl2pPr>
              <a:defRPr sz="3771"/>
            </a:lvl2pPr>
            <a:lvl3pPr>
              <a:defRPr sz="3232"/>
            </a:lvl3pPr>
            <a:lvl4pPr>
              <a:defRPr sz="2694"/>
            </a:lvl4pPr>
            <a:lvl5pPr>
              <a:defRPr sz="2694"/>
            </a:lvl5pPr>
            <a:lvl6pPr>
              <a:defRPr sz="2694"/>
            </a:lvl6pPr>
            <a:lvl7pPr>
              <a:defRPr sz="2694"/>
            </a:lvl7pPr>
            <a:lvl8pPr>
              <a:defRPr sz="2694"/>
            </a:lvl8pPr>
            <a:lvl9pPr>
              <a:defRPr sz="26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6325" y="2770823"/>
            <a:ext cx="6163577" cy="5133291"/>
          </a:xfrm>
        </p:spPr>
        <p:txBody>
          <a:bodyPr/>
          <a:lstStyle>
            <a:lvl1pPr marL="0" indent="0">
              <a:buNone/>
              <a:defRPr sz="2155"/>
            </a:lvl1pPr>
            <a:lvl2pPr marL="615757" indent="0">
              <a:buNone/>
              <a:defRPr sz="1886"/>
            </a:lvl2pPr>
            <a:lvl3pPr marL="1231514" indent="0">
              <a:buNone/>
              <a:defRPr sz="1616"/>
            </a:lvl3pPr>
            <a:lvl4pPr marL="1847271" indent="0">
              <a:buNone/>
              <a:defRPr sz="1347"/>
            </a:lvl4pPr>
            <a:lvl5pPr marL="2463028" indent="0">
              <a:buNone/>
              <a:defRPr sz="1347"/>
            </a:lvl5pPr>
            <a:lvl6pPr marL="3078785" indent="0">
              <a:buNone/>
              <a:defRPr sz="1347"/>
            </a:lvl6pPr>
            <a:lvl7pPr marL="3694542" indent="0">
              <a:buNone/>
              <a:defRPr sz="1347"/>
            </a:lvl7pPr>
            <a:lvl8pPr marL="4310299" indent="0">
              <a:buNone/>
              <a:defRPr sz="1347"/>
            </a:lvl8pPr>
            <a:lvl9pPr marL="4926056" indent="0">
              <a:buNone/>
              <a:defRPr sz="1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5" y="615738"/>
            <a:ext cx="6163577" cy="2155084"/>
          </a:xfrm>
        </p:spPr>
        <p:txBody>
          <a:bodyPr anchor="b"/>
          <a:lstStyle>
            <a:lvl1pPr>
              <a:defRPr sz="43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77" y="1329824"/>
            <a:ext cx="9674602" cy="6563600"/>
          </a:xfrm>
        </p:spPr>
        <p:txBody>
          <a:bodyPr anchor="t"/>
          <a:lstStyle>
            <a:lvl1pPr marL="0" indent="0">
              <a:buNone/>
              <a:defRPr sz="4310"/>
            </a:lvl1pPr>
            <a:lvl2pPr marL="615757" indent="0">
              <a:buNone/>
              <a:defRPr sz="3771"/>
            </a:lvl2pPr>
            <a:lvl3pPr marL="1231514" indent="0">
              <a:buNone/>
              <a:defRPr sz="3232"/>
            </a:lvl3pPr>
            <a:lvl4pPr marL="1847271" indent="0">
              <a:buNone/>
              <a:defRPr sz="2694"/>
            </a:lvl4pPr>
            <a:lvl5pPr marL="2463028" indent="0">
              <a:buNone/>
              <a:defRPr sz="2694"/>
            </a:lvl5pPr>
            <a:lvl6pPr marL="3078785" indent="0">
              <a:buNone/>
              <a:defRPr sz="2694"/>
            </a:lvl6pPr>
            <a:lvl7pPr marL="3694542" indent="0">
              <a:buNone/>
              <a:defRPr sz="2694"/>
            </a:lvl7pPr>
            <a:lvl8pPr marL="4310299" indent="0">
              <a:buNone/>
              <a:defRPr sz="2694"/>
            </a:lvl8pPr>
            <a:lvl9pPr marL="4926056" indent="0">
              <a:buNone/>
              <a:defRPr sz="269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6325" y="2770823"/>
            <a:ext cx="6163577" cy="5133291"/>
          </a:xfrm>
        </p:spPr>
        <p:txBody>
          <a:bodyPr/>
          <a:lstStyle>
            <a:lvl1pPr marL="0" indent="0">
              <a:buNone/>
              <a:defRPr sz="2155"/>
            </a:lvl1pPr>
            <a:lvl2pPr marL="615757" indent="0">
              <a:buNone/>
              <a:defRPr sz="1886"/>
            </a:lvl2pPr>
            <a:lvl3pPr marL="1231514" indent="0">
              <a:buNone/>
              <a:defRPr sz="1616"/>
            </a:lvl3pPr>
            <a:lvl4pPr marL="1847271" indent="0">
              <a:buNone/>
              <a:defRPr sz="1347"/>
            </a:lvl4pPr>
            <a:lvl5pPr marL="2463028" indent="0">
              <a:buNone/>
              <a:defRPr sz="1347"/>
            </a:lvl5pPr>
            <a:lvl6pPr marL="3078785" indent="0">
              <a:buNone/>
              <a:defRPr sz="1347"/>
            </a:lvl6pPr>
            <a:lvl7pPr marL="3694542" indent="0">
              <a:buNone/>
              <a:defRPr sz="1347"/>
            </a:lvl7pPr>
            <a:lvl8pPr marL="4310299" indent="0">
              <a:buNone/>
              <a:defRPr sz="1347"/>
            </a:lvl8pPr>
            <a:lvl9pPr marL="4926056" indent="0">
              <a:buNone/>
              <a:defRPr sz="1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11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62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75826" y="491735"/>
            <a:ext cx="4120664" cy="78271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3835" y="491735"/>
            <a:ext cx="12123112" cy="78271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351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3835" y="491736"/>
            <a:ext cx="16482655" cy="17852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835" y="2458677"/>
            <a:ext cx="16482655" cy="5860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3835" y="8560474"/>
            <a:ext cx="4299823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30295" y="8560474"/>
            <a:ext cx="6449735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96667" y="8560474"/>
            <a:ext cx="4299823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20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31514" rtl="0" eaLnBrk="1" latinLnBrk="0" hangingPunct="1">
        <a:lnSpc>
          <a:spcPct val="90000"/>
        </a:lnSpc>
        <a:spcBef>
          <a:spcPct val="0"/>
        </a:spcBef>
        <a:buNone/>
        <a:defRPr sz="5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878" indent="-307878" algn="l" defTabSz="1231514" rtl="0" eaLnBrk="1" latinLnBrk="0" hangingPunct="1">
        <a:lnSpc>
          <a:spcPct val="90000"/>
        </a:lnSpc>
        <a:spcBef>
          <a:spcPts val="1347"/>
        </a:spcBef>
        <a:buFont typeface="Arial" panose="020B0604020202020204" pitchFamily="34" charset="0"/>
        <a:buChar char="•"/>
        <a:defRPr sz="3771" kern="1200">
          <a:solidFill>
            <a:schemeClr val="tx1"/>
          </a:solidFill>
          <a:latin typeface="+mn-lt"/>
          <a:ea typeface="+mn-ea"/>
          <a:cs typeface="+mn-cs"/>
        </a:defRPr>
      </a:lvl1pPr>
      <a:lvl2pPr marL="923635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3232" kern="1200">
          <a:solidFill>
            <a:schemeClr val="tx1"/>
          </a:solidFill>
          <a:latin typeface="+mn-lt"/>
          <a:ea typeface="+mn-ea"/>
          <a:cs typeface="+mn-cs"/>
        </a:defRPr>
      </a:lvl2pPr>
      <a:lvl3pPr marL="1539392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694" kern="1200">
          <a:solidFill>
            <a:schemeClr val="tx1"/>
          </a:solidFill>
          <a:latin typeface="+mn-lt"/>
          <a:ea typeface="+mn-ea"/>
          <a:cs typeface="+mn-cs"/>
        </a:defRPr>
      </a:lvl3pPr>
      <a:lvl4pPr marL="2155149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4pPr>
      <a:lvl5pPr marL="2770906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5pPr>
      <a:lvl6pPr marL="3386663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6pPr>
      <a:lvl7pPr marL="4002420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7pPr>
      <a:lvl8pPr marL="4618177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8pPr>
      <a:lvl9pPr marL="5233934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1pPr>
      <a:lvl2pPr marL="615757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2pPr>
      <a:lvl3pPr marL="1231514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3pPr>
      <a:lvl4pPr marL="1847271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4pPr>
      <a:lvl5pPr marL="2463028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5pPr>
      <a:lvl6pPr marL="3078785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6pPr>
      <a:lvl7pPr marL="3694542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7pPr>
      <a:lvl8pPr marL="4310299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8pPr>
      <a:lvl9pPr marL="4926056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3703C6-2B33-B815-6E66-DB7D2439B0A2}"/>
              </a:ext>
            </a:extLst>
          </p:cNvPr>
          <p:cNvSpPr/>
          <p:nvPr/>
        </p:nvSpPr>
        <p:spPr>
          <a:xfrm>
            <a:off x="851524" y="391832"/>
            <a:ext cx="4804650" cy="2864892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pic>
        <p:nvPicPr>
          <p:cNvPr id="10" name="Picture 9" descr="A pixelated heart with hands&#10;&#10;AI-generated content may be incorrect.">
            <a:extLst>
              <a:ext uri="{FF2B5EF4-FFF2-40B4-BE49-F238E27FC236}">
                <a16:creationId xmlns:a16="http://schemas.microsoft.com/office/drawing/2014/main" id="{731DB112-D4C7-2AE8-29DA-B5AFE26D7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427" b="89974" l="8301" r="93457">
                        <a14:foregroundMark x1="51367" y1="7031" x2="51367" y2="7031"/>
                        <a14:foregroundMark x1="20215" y1="8724" x2="20215" y2="8724"/>
                        <a14:foregroundMark x1="23340" y1="7878" x2="23340" y2="7878"/>
                        <a14:foregroundMark x1="27734" y1="7487" x2="27734" y2="7487"/>
                        <a14:foregroundMark x1="37695" y1="7487" x2="37695" y2="7487"/>
                        <a14:foregroundMark x1="37695" y1="7487" x2="37695" y2="7487"/>
                        <a14:foregroundMark x1="34570" y1="5404" x2="34570" y2="5404"/>
                        <a14:foregroundMark x1="34570" y1="5404" x2="34570" y2="5404"/>
                        <a14:foregroundMark x1="34570" y1="5404" x2="34570" y2="5404"/>
                        <a14:foregroundMark x1="30859" y1="5404" x2="30859" y2="5404"/>
                        <a14:foregroundMark x1="44531" y1="5404" x2="44531" y2="5404"/>
                        <a14:foregroundMark x1="50781" y1="5794" x2="50781" y2="5794"/>
                        <a14:foregroundMark x1="53906" y1="5794" x2="53906" y2="5794"/>
                        <a14:foregroundMark x1="47656" y1="7487" x2="47656" y2="7487"/>
                        <a14:foregroundMark x1="48242" y1="7031" x2="48242" y2="7031"/>
                        <a14:foregroundMark x1="45801" y1="9570" x2="45801" y2="9570"/>
                        <a14:foregroundMark x1="50098" y1="7487" x2="50098" y2="7487"/>
                        <a14:foregroundMark x1="48242" y1="6250" x2="48242" y2="6250"/>
                        <a14:foregroundMark x1="40137" y1="4557" x2="29590" y2="7487"/>
                        <a14:foregroundMark x1="19629" y1="9570" x2="19629" y2="9570"/>
                        <a14:foregroundMark x1="8398" y1="10352" x2="8398" y2="10352"/>
                        <a14:foregroundMark x1="30859" y1="9961" x2="30859" y2="9961"/>
                        <a14:foregroundMark x1="22070" y1="8724" x2="22070" y2="8724"/>
                        <a14:foregroundMark x1="28320" y1="12891" x2="28320" y2="16992"/>
                        <a14:foregroundMark x1="27051" y1="26563" x2="25195" y2="34049"/>
                        <a14:foregroundMark x1="24609" y1="41927" x2="22754" y2="46484"/>
                        <a14:foregroundMark x1="20215" y1="52734" x2="17773" y2="56901"/>
                        <a14:foregroundMark x1="16504" y1="61849" x2="17773" y2="69336"/>
                        <a14:foregroundMark x1="19629" y1="70964" x2="67676" y2="86328"/>
                        <a14:foregroundMark x1="67676" y1="86328" x2="67773" y2="37109"/>
                        <a14:foregroundMark x1="67773" y1="37109" x2="32813" y2="24544"/>
                        <a14:foregroundMark x1="32813" y1="24544" x2="47656" y2="14128"/>
                        <a14:foregroundMark x1="84375" y1="33203" x2="93457" y2="72331"/>
                        <a14:foregroundMark x1="93457" y1="72331" x2="79980" y2="859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765" y="875989"/>
            <a:ext cx="1587157" cy="23807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2B0C55-6D81-010B-1E25-A6776ACDADE3}"/>
              </a:ext>
            </a:extLst>
          </p:cNvPr>
          <p:cNvSpPr/>
          <p:nvPr/>
        </p:nvSpPr>
        <p:spPr>
          <a:xfrm>
            <a:off x="1538902" y="2043345"/>
            <a:ext cx="662872" cy="6878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4DC00E-602D-6267-B404-53627916B413}"/>
              </a:ext>
            </a:extLst>
          </p:cNvPr>
          <p:cNvCxnSpPr>
            <a:cxnSpLocks/>
          </p:cNvCxnSpPr>
          <p:nvPr/>
        </p:nvCxnSpPr>
        <p:spPr>
          <a:xfrm flipV="1">
            <a:off x="2201773" y="1338631"/>
            <a:ext cx="1839232" cy="704719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C720AE-AE80-FD86-EB55-D2374FAE856E}"/>
              </a:ext>
            </a:extLst>
          </p:cNvPr>
          <p:cNvCxnSpPr>
            <a:cxnSpLocks/>
          </p:cNvCxnSpPr>
          <p:nvPr/>
        </p:nvCxnSpPr>
        <p:spPr>
          <a:xfrm flipV="1">
            <a:off x="2201777" y="2675542"/>
            <a:ext cx="1904589" cy="82313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blue and orange swirls&#10;&#10;AI-generated content may be incorrect.">
            <a:extLst>
              <a:ext uri="{FF2B5EF4-FFF2-40B4-BE49-F238E27FC236}">
                <a16:creationId xmlns:a16="http://schemas.microsoft.com/office/drawing/2014/main" id="{4C60DF95-C189-D3DE-13DA-54541BC1BA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015" y="1338635"/>
            <a:ext cx="1336911" cy="1336911"/>
          </a:xfrm>
          <a:prstGeom prst="roundRect">
            <a:avLst>
              <a:gd name="adj" fmla="val 44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F71F242-0BF6-8D0E-6732-BB5D721164D3}"/>
              </a:ext>
            </a:extLst>
          </p:cNvPr>
          <p:cNvSpPr txBox="1"/>
          <p:nvPr/>
        </p:nvSpPr>
        <p:spPr>
          <a:xfrm>
            <a:off x="863167" y="413420"/>
            <a:ext cx="236154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Simulation</a:t>
            </a: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720340BF-0AC9-6CB0-A0C8-0703256B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492" y="469471"/>
            <a:ext cx="1336911" cy="558488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6D4584-EE74-F7B8-81FC-E3D143C07931}"/>
              </a:ext>
            </a:extLst>
          </p:cNvPr>
          <p:cNvSpPr/>
          <p:nvPr/>
        </p:nvSpPr>
        <p:spPr>
          <a:xfrm>
            <a:off x="6465955" y="391832"/>
            <a:ext cx="11792846" cy="2864892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2DA76F-B000-7CFF-FEA2-7E30552A362A}"/>
              </a:ext>
            </a:extLst>
          </p:cNvPr>
          <p:cNvSpPr txBox="1"/>
          <p:nvPr/>
        </p:nvSpPr>
        <p:spPr>
          <a:xfrm>
            <a:off x="6465955" y="413419"/>
            <a:ext cx="1446230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Data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D842B008-9AB5-1CF7-4DD4-2AC84D56AF90}"/>
              </a:ext>
            </a:extLst>
          </p:cNvPr>
          <p:cNvSpPr/>
          <p:nvPr/>
        </p:nvSpPr>
        <p:spPr>
          <a:xfrm>
            <a:off x="5745975" y="1752174"/>
            <a:ext cx="630179" cy="144207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FA050-C210-16D5-B39C-61D5660823B2}"/>
              </a:ext>
            </a:extLst>
          </p:cNvPr>
          <p:cNvSpPr txBox="1"/>
          <p:nvPr/>
        </p:nvSpPr>
        <p:spPr>
          <a:xfrm>
            <a:off x="6717164" y="1027959"/>
            <a:ext cx="8390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3F1BCF-095F-CA6E-1712-5FA71F70E7AA}"/>
              </a:ext>
            </a:extLst>
          </p:cNvPr>
          <p:cNvSpPr txBox="1"/>
          <p:nvPr/>
        </p:nvSpPr>
        <p:spPr>
          <a:xfrm>
            <a:off x="6785681" y="1973064"/>
            <a:ext cx="604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A086BC-152B-B4A3-4A54-0557E5314467}"/>
              </a:ext>
            </a:extLst>
          </p:cNvPr>
          <p:cNvSpPr txBox="1"/>
          <p:nvPr/>
        </p:nvSpPr>
        <p:spPr>
          <a:xfrm>
            <a:off x="6667388" y="2707956"/>
            <a:ext cx="1043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step</a:t>
            </a:r>
          </a:p>
        </p:txBody>
      </p:sp>
      <p:sp>
        <p:nvSpPr>
          <p:cNvPr id="48" name="Right Bracket 47">
            <a:extLst>
              <a:ext uri="{FF2B5EF4-FFF2-40B4-BE49-F238E27FC236}">
                <a16:creationId xmlns:a16="http://schemas.microsoft.com/office/drawing/2014/main" id="{F2BD9E04-5420-4873-E3AE-41F15DE4A0F2}"/>
              </a:ext>
            </a:extLst>
          </p:cNvPr>
          <p:cNvSpPr/>
          <p:nvPr/>
        </p:nvSpPr>
        <p:spPr>
          <a:xfrm rot="5400000">
            <a:off x="9017435" y="1616752"/>
            <a:ext cx="175773" cy="2609540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48989-8158-44D6-6318-4802E1F62DC0}"/>
              </a:ext>
            </a:extLst>
          </p:cNvPr>
          <p:cNvSpPr txBox="1"/>
          <p:nvPr/>
        </p:nvSpPr>
        <p:spPr>
          <a:xfrm>
            <a:off x="7650689" y="293975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DBB811-5656-077E-0A31-FBEE853D8BBD}"/>
              </a:ext>
            </a:extLst>
          </p:cNvPr>
          <p:cNvSpPr txBox="1"/>
          <p:nvPr/>
        </p:nvSpPr>
        <p:spPr>
          <a:xfrm>
            <a:off x="10128234" y="2939757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  <p:sp>
        <p:nvSpPr>
          <p:cNvPr id="57" name="Right Bracket 56">
            <a:extLst>
              <a:ext uri="{FF2B5EF4-FFF2-40B4-BE49-F238E27FC236}">
                <a16:creationId xmlns:a16="http://schemas.microsoft.com/office/drawing/2014/main" id="{6880C309-9020-FBDA-01E3-9F8902335090}"/>
              </a:ext>
            </a:extLst>
          </p:cNvPr>
          <p:cNvSpPr/>
          <p:nvPr/>
        </p:nvSpPr>
        <p:spPr>
          <a:xfrm rot="5400000">
            <a:off x="14116328" y="-639750"/>
            <a:ext cx="175773" cy="7122548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23E276-9810-6570-A0DA-9ABE25622CF2}"/>
              </a:ext>
            </a:extLst>
          </p:cNvPr>
          <p:cNvSpPr txBox="1"/>
          <p:nvPr/>
        </p:nvSpPr>
        <p:spPr>
          <a:xfrm>
            <a:off x="17473582" y="2939757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</p:spTree>
    <p:extLst>
      <p:ext uri="{BB962C8B-B14F-4D97-AF65-F5344CB8AC3E}">
        <p14:creationId xmlns:p14="http://schemas.microsoft.com/office/powerpoint/2010/main" val="15632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</TotalTime>
  <Words>15</Words>
  <Application>Microsoft Office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1</cp:revision>
  <dcterms:created xsi:type="dcterms:W3CDTF">2025-11-19T19:48:52Z</dcterms:created>
  <dcterms:modified xsi:type="dcterms:W3CDTF">2025-11-19T20:44:48Z</dcterms:modified>
</cp:coreProperties>
</file>