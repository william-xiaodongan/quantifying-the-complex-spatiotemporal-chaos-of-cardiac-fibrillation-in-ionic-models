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6"/>
  </p:notesMasterIdLst>
  <p:sldIdLst>
    <p:sldId id="257" r:id="rId5"/>
  </p:sldIdLst>
  <p:sldSz cx="27432000" cy="27432000"/>
  <p:notesSz cx="6858000" cy="9144000"/>
  <p:defaultTextStyle>
    <a:defPPr>
      <a:defRPr lang="en-US"/>
    </a:defPPr>
    <a:lvl1pPr marL="0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2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3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5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66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08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49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991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32" algn="l" defTabSz="4571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0" userDrawn="1">
          <p15:clr>
            <a:srgbClr val="A4A3A4"/>
          </p15:clr>
        </p15:guide>
        <p15:guide id="2" pos="86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F15"/>
    <a:srgbClr val="FFE5E5"/>
    <a:srgbClr val="FFF5FC"/>
    <a:srgbClr val="E59EDD"/>
    <a:srgbClr val="D86ECC"/>
    <a:srgbClr val="84E291"/>
    <a:srgbClr val="47D45A"/>
    <a:srgbClr val="F6C6AD"/>
    <a:srgbClr val="F5F6FF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77" autoAdjust="0"/>
    <p:restoredTop sz="91865" autoAdjust="0"/>
  </p:normalViewPr>
  <p:slideViewPr>
    <p:cSldViewPr snapToGrid="0">
      <p:cViewPr>
        <p:scale>
          <a:sx n="66" d="100"/>
          <a:sy n="66" d="100"/>
        </p:scale>
        <p:origin x="48" y="-2862"/>
      </p:cViewPr>
      <p:guideLst>
        <p:guide orient="horz" pos="8640"/>
        <p:guide pos="86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1AD860-6EA9-4119-A999-7E65F9394C2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62E4E-FD9A-47D0-96B9-D05EB556C5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206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1pPr>
    <a:lvl2pPr marL="1316089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2pPr>
    <a:lvl3pPr marL="2632183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3pPr>
    <a:lvl4pPr marL="3948272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4pPr>
    <a:lvl5pPr marL="5264361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5pPr>
    <a:lvl6pPr marL="6580454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6pPr>
    <a:lvl7pPr marL="7896545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7pPr>
    <a:lvl8pPr marL="9212634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8pPr>
    <a:lvl9pPr marL="10528727" algn="l" defTabSz="2632183" rtl="0" eaLnBrk="1" latinLnBrk="0" hangingPunct="1">
      <a:defRPr sz="345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62E4E-FD9A-47D0-96B9-D05EB556C5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294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489452"/>
            <a:ext cx="23317200" cy="9550400"/>
          </a:xfrm>
        </p:spPr>
        <p:txBody>
          <a:bodyPr anchor="b"/>
          <a:lstStyle>
            <a:lvl1pPr algn="ctr"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0" y="14408152"/>
            <a:ext cx="20574000" cy="6623048"/>
          </a:xfrm>
        </p:spPr>
        <p:txBody>
          <a:bodyPr/>
          <a:lstStyle>
            <a:lvl1pPr marL="0" indent="0" algn="ctr">
              <a:buNone/>
              <a:defRPr sz="7200"/>
            </a:lvl1pPr>
            <a:lvl2pPr marL="1371617" indent="0" algn="ctr">
              <a:buNone/>
              <a:defRPr sz="6000"/>
            </a:lvl2pPr>
            <a:lvl3pPr marL="2743234" indent="0" algn="ctr">
              <a:buNone/>
              <a:defRPr sz="5400"/>
            </a:lvl3pPr>
            <a:lvl4pPr marL="4114851" indent="0" algn="ctr">
              <a:buNone/>
              <a:defRPr sz="4800"/>
            </a:lvl4pPr>
            <a:lvl5pPr marL="5486469" indent="0" algn="ctr">
              <a:buNone/>
              <a:defRPr sz="4800"/>
            </a:lvl5pPr>
            <a:lvl6pPr marL="6858086" indent="0" algn="ctr">
              <a:buNone/>
              <a:defRPr sz="4800"/>
            </a:lvl6pPr>
            <a:lvl7pPr marL="8229703" indent="0" algn="ctr">
              <a:buNone/>
              <a:defRPr sz="4800"/>
            </a:lvl7pPr>
            <a:lvl8pPr marL="9601320" indent="0" algn="ctr">
              <a:buNone/>
              <a:defRPr sz="4800"/>
            </a:lvl8pPr>
            <a:lvl9pPr marL="10972937" indent="0" algn="ctr">
              <a:buNone/>
              <a:defRPr sz="4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85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10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4" y="6838958"/>
            <a:ext cx="23660100" cy="11410948"/>
          </a:xfrm>
        </p:spPr>
        <p:txBody>
          <a:bodyPr anchor="b"/>
          <a:lstStyle>
            <a:lvl1pPr>
              <a:defRPr sz="1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4" y="18357858"/>
            <a:ext cx="23660100" cy="6000748"/>
          </a:xfrm>
        </p:spPr>
        <p:txBody>
          <a:bodyPr/>
          <a:lstStyle>
            <a:lvl1pPr marL="0" indent="0">
              <a:buNone/>
              <a:defRPr sz="7200">
                <a:solidFill>
                  <a:schemeClr val="tx1">
                    <a:tint val="82000"/>
                  </a:schemeClr>
                </a:solidFill>
              </a:defRPr>
            </a:lvl1pPr>
            <a:lvl2pPr marL="1371617" indent="0">
              <a:buNone/>
              <a:defRPr sz="6000">
                <a:solidFill>
                  <a:schemeClr val="tx1">
                    <a:tint val="82000"/>
                  </a:schemeClr>
                </a:solidFill>
              </a:defRPr>
            </a:lvl2pPr>
            <a:lvl3pPr marL="2743234" indent="0">
              <a:buNone/>
              <a:defRPr sz="5400">
                <a:solidFill>
                  <a:schemeClr val="tx1">
                    <a:tint val="82000"/>
                  </a:schemeClr>
                </a:solidFill>
              </a:defRPr>
            </a:lvl3pPr>
            <a:lvl4pPr marL="4114851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4pPr>
            <a:lvl5pPr marL="5486469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5pPr>
            <a:lvl6pPr marL="6858086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6pPr>
            <a:lvl7pPr marL="8229703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7pPr>
            <a:lvl8pPr marL="960132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8pPr>
            <a:lvl9pPr marL="10972937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7302500"/>
            <a:ext cx="11658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0" y="7302500"/>
            <a:ext cx="11658600" cy="1740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84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460506"/>
            <a:ext cx="23660100" cy="530225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26" y="6724652"/>
            <a:ext cx="11605020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17" indent="0">
              <a:buNone/>
              <a:defRPr sz="6000" b="1"/>
            </a:lvl2pPr>
            <a:lvl3pPr marL="2743234" indent="0">
              <a:buNone/>
              <a:defRPr sz="5400" b="1"/>
            </a:lvl3pPr>
            <a:lvl4pPr marL="4114851" indent="0">
              <a:buNone/>
              <a:defRPr sz="4800" b="1"/>
            </a:lvl4pPr>
            <a:lvl5pPr marL="5486469" indent="0">
              <a:buNone/>
              <a:defRPr sz="4800" b="1"/>
            </a:lvl5pPr>
            <a:lvl6pPr marL="6858086" indent="0">
              <a:buNone/>
              <a:defRPr sz="4800" b="1"/>
            </a:lvl6pPr>
            <a:lvl7pPr marL="8229703" indent="0">
              <a:buNone/>
              <a:defRPr sz="4800" b="1"/>
            </a:lvl7pPr>
            <a:lvl8pPr marL="9601320" indent="0">
              <a:buNone/>
              <a:defRPr sz="4800" b="1"/>
            </a:lvl8pPr>
            <a:lvl9pPr marL="10972937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26" y="10020300"/>
            <a:ext cx="11605020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3" y="6724652"/>
            <a:ext cx="11662173" cy="3295648"/>
          </a:xfrm>
        </p:spPr>
        <p:txBody>
          <a:bodyPr anchor="b"/>
          <a:lstStyle>
            <a:lvl1pPr marL="0" indent="0">
              <a:buNone/>
              <a:defRPr sz="7200" b="1"/>
            </a:lvl1pPr>
            <a:lvl2pPr marL="1371617" indent="0">
              <a:buNone/>
              <a:defRPr sz="6000" b="1"/>
            </a:lvl2pPr>
            <a:lvl3pPr marL="2743234" indent="0">
              <a:buNone/>
              <a:defRPr sz="5400" b="1"/>
            </a:lvl3pPr>
            <a:lvl4pPr marL="4114851" indent="0">
              <a:buNone/>
              <a:defRPr sz="4800" b="1"/>
            </a:lvl4pPr>
            <a:lvl5pPr marL="5486469" indent="0">
              <a:buNone/>
              <a:defRPr sz="4800" b="1"/>
            </a:lvl5pPr>
            <a:lvl6pPr marL="6858086" indent="0">
              <a:buNone/>
              <a:defRPr sz="4800" b="1"/>
            </a:lvl6pPr>
            <a:lvl7pPr marL="8229703" indent="0">
              <a:buNone/>
              <a:defRPr sz="4800" b="1"/>
            </a:lvl7pPr>
            <a:lvl8pPr marL="9601320" indent="0">
              <a:buNone/>
              <a:defRPr sz="4800" b="1"/>
            </a:lvl8pPr>
            <a:lvl9pPr marL="10972937" indent="0">
              <a:buNone/>
              <a:defRPr sz="4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3" y="10020300"/>
            <a:ext cx="11662173" cy="14738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3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44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16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828800"/>
            <a:ext cx="8847534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3" y="3949706"/>
            <a:ext cx="13887450" cy="19494500"/>
          </a:xfrm>
        </p:spPr>
        <p:txBody>
          <a:bodyPr/>
          <a:lstStyle>
            <a:lvl1pPr>
              <a:defRPr sz="9600"/>
            </a:lvl1pPr>
            <a:lvl2pPr>
              <a:defRPr sz="8400"/>
            </a:lvl2pPr>
            <a:lvl3pPr>
              <a:defRPr sz="7200"/>
            </a:lvl3pPr>
            <a:lvl4pPr>
              <a:defRPr sz="6000"/>
            </a:lvl4pPr>
            <a:lvl5pPr>
              <a:defRPr sz="6000"/>
            </a:lvl5pPr>
            <a:lvl6pPr>
              <a:defRPr sz="6000"/>
            </a:lvl6pPr>
            <a:lvl7pPr>
              <a:defRPr sz="6000"/>
            </a:lvl7pPr>
            <a:lvl8pPr>
              <a:defRPr sz="6000"/>
            </a:lvl8pPr>
            <a:lvl9pPr>
              <a:defRPr sz="6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8229600"/>
            <a:ext cx="8847534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17" indent="0">
              <a:buNone/>
              <a:defRPr sz="4200"/>
            </a:lvl2pPr>
            <a:lvl3pPr marL="2743234" indent="0">
              <a:buNone/>
              <a:defRPr sz="3600"/>
            </a:lvl3pPr>
            <a:lvl4pPr marL="4114851" indent="0">
              <a:buNone/>
              <a:defRPr sz="3000"/>
            </a:lvl4pPr>
            <a:lvl5pPr marL="5486469" indent="0">
              <a:buNone/>
              <a:defRPr sz="3000"/>
            </a:lvl5pPr>
            <a:lvl6pPr marL="6858086" indent="0">
              <a:buNone/>
              <a:defRPr sz="3000"/>
            </a:lvl6pPr>
            <a:lvl7pPr marL="8229703" indent="0">
              <a:buNone/>
              <a:defRPr sz="3000"/>
            </a:lvl7pPr>
            <a:lvl8pPr marL="9601320" indent="0">
              <a:buNone/>
              <a:defRPr sz="3000"/>
            </a:lvl8pPr>
            <a:lvl9pPr marL="10972937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1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3" y="1828800"/>
            <a:ext cx="8847534" cy="6400800"/>
          </a:xfrm>
        </p:spPr>
        <p:txBody>
          <a:bodyPr anchor="b"/>
          <a:lstStyle>
            <a:lvl1pPr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3" y="3949706"/>
            <a:ext cx="13887450" cy="19494500"/>
          </a:xfrm>
        </p:spPr>
        <p:txBody>
          <a:bodyPr anchor="t"/>
          <a:lstStyle>
            <a:lvl1pPr marL="0" indent="0">
              <a:buNone/>
              <a:defRPr sz="9600"/>
            </a:lvl1pPr>
            <a:lvl2pPr marL="1371617" indent="0">
              <a:buNone/>
              <a:defRPr sz="8400"/>
            </a:lvl2pPr>
            <a:lvl3pPr marL="2743234" indent="0">
              <a:buNone/>
              <a:defRPr sz="7200"/>
            </a:lvl3pPr>
            <a:lvl4pPr marL="4114851" indent="0">
              <a:buNone/>
              <a:defRPr sz="6000"/>
            </a:lvl4pPr>
            <a:lvl5pPr marL="5486469" indent="0">
              <a:buNone/>
              <a:defRPr sz="6000"/>
            </a:lvl5pPr>
            <a:lvl6pPr marL="6858086" indent="0">
              <a:buNone/>
              <a:defRPr sz="6000"/>
            </a:lvl6pPr>
            <a:lvl7pPr marL="8229703" indent="0">
              <a:buNone/>
              <a:defRPr sz="6000"/>
            </a:lvl7pPr>
            <a:lvl8pPr marL="9601320" indent="0">
              <a:buNone/>
              <a:defRPr sz="6000"/>
            </a:lvl8pPr>
            <a:lvl9pPr marL="10972937" indent="0">
              <a:buNone/>
              <a:defRPr sz="6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23" y="8229600"/>
            <a:ext cx="8847534" cy="15246352"/>
          </a:xfrm>
        </p:spPr>
        <p:txBody>
          <a:bodyPr/>
          <a:lstStyle>
            <a:lvl1pPr marL="0" indent="0">
              <a:buNone/>
              <a:defRPr sz="4800"/>
            </a:lvl1pPr>
            <a:lvl2pPr marL="1371617" indent="0">
              <a:buNone/>
              <a:defRPr sz="4200"/>
            </a:lvl2pPr>
            <a:lvl3pPr marL="2743234" indent="0">
              <a:buNone/>
              <a:defRPr sz="3600"/>
            </a:lvl3pPr>
            <a:lvl4pPr marL="4114851" indent="0">
              <a:buNone/>
              <a:defRPr sz="3000"/>
            </a:lvl4pPr>
            <a:lvl5pPr marL="5486469" indent="0">
              <a:buNone/>
              <a:defRPr sz="3000"/>
            </a:lvl5pPr>
            <a:lvl6pPr marL="6858086" indent="0">
              <a:buNone/>
              <a:defRPr sz="3000"/>
            </a:lvl6pPr>
            <a:lvl7pPr marL="8229703" indent="0">
              <a:buNone/>
              <a:defRPr sz="3000"/>
            </a:lvl7pPr>
            <a:lvl8pPr marL="9601320" indent="0">
              <a:buNone/>
              <a:defRPr sz="3000"/>
            </a:lvl8pPr>
            <a:lvl9pPr marL="10972937" indent="0">
              <a:buNone/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74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98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7" y="1460500"/>
            <a:ext cx="5915025" cy="232473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2" y="1460500"/>
            <a:ext cx="17402175" cy="232473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2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0" y="1460506"/>
            <a:ext cx="23660100" cy="53022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0" y="7302500"/>
            <a:ext cx="23660100" cy="1740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0" y="25425406"/>
            <a:ext cx="6172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5D2A03-21FB-4445-B0CA-50857B6CED0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0" y="25425406"/>
            <a:ext cx="92583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0" y="25425406"/>
            <a:ext cx="6172200" cy="1460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B17C88-0CDB-4731-B65A-59732D537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4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743234" rtl="0" eaLnBrk="1" latinLnBrk="0" hangingPunct="1">
        <a:lnSpc>
          <a:spcPct val="90000"/>
        </a:lnSpc>
        <a:spcBef>
          <a:spcPct val="0"/>
        </a:spcBef>
        <a:buNone/>
        <a:defRPr sz="1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8" indent="-685808" algn="l" defTabSz="2743234" rtl="0" eaLnBrk="1" latinLnBrk="0" hangingPunct="1">
        <a:lnSpc>
          <a:spcPct val="90000"/>
        </a:lnSpc>
        <a:spcBef>
          <a:spcPts val="3000"/>
        </a:spcBef>
        <a:buFont typeface="Arial" panose="020B0604020202020204" pitchFamily="34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26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43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60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60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77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95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915511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129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746" indent="-685808" algn="l" defTabSz="2743234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17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34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51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69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86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6pPr>
      <a:lvl7pPr marL="8229703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7pPr>
      <a:lvl8pPr marL="9601320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937" algn="l" defTabSz="2743234" rtl="0" eaLnBrk="1" latinLnBrk="0" hangingPunct="1">
        <a:defRPr sz="5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9" Type="http://schemas.openxmlformats.org/officeDocument/2006/relationships/image" Target="../media/image36.svg"/><Relationship Id="rId21" Type="http://schemas.openxmlformats.org/officeDocument/2006/relationships/image" Target="../media/image18.svg"/><Relationship Id="rId34" Type="http://schemas.openxmlformats.org/officeDocument/2006/relationships/image" Target="../media/image31.png"/><Relationship Id="rId42" Type="http://schemas.openxmlformats.org/officeDocument/2006/relationships/image" Target="../media/image39.png"/><Relationship Id="rId47" Type="http://schemas.openxmlformats.org/officeDocument/2006/relationships/image" Target="../media/image44.png"/><Relationship Id="rId50" Type="http://schemas.openxmlformats.org/officeDocument/2006/relationships/image" Target="../media/image47.png"/><Relationship Id="rId55" Type="http://schemas.openxmlformats.org/officeDocument/2006/relationships/image" Target="../media/image52.pn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9" Type="http://schemas.openxmlformats.org/officeDocument/2006/relationships/image" Target="../media/image26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37" Type="http://schemas.openxmlformats.org/officeDocument/2006/relationships/image" Target="../media/image34.svg"/><Relationship Id="rId40" Type="http://schemas.openxmlformats.org/officeDocument/2006/relationships/image" Target="../media/image37.png"/><Relationship Id="rId45" Type="http://schemas.openxmlformats.org/officeDocument/2006/relationships/image" Target="../media/image42.png"/><Relationship Id="rId53" Type="http://schemas.openxmlformats.org/officeDocument/2006/relationships/image" Target="../media/image50.png"/><Relationship Id="rId58" Type="http://schemas.openxmlformats.org/officeDocument/2006/relationships/image" Target="../media/image55.png"/><Relationship Id="rId5" Type="http://schemas.openxmlformats.org/officeDocument/2006/relationships/image" Target="../media/image2.png"/><Relationship Id="rId61" Type="http://schemas.openxmlformats.org/officeDocument/2006/relationships/image" Target="../media/image58.png"/><Relationship Id="rId19" Type="http://schemas.openxmlformats.org/officeDocument/2006/relationships/image" Target="../media/image16.sv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svg"/><Relationship Id="rId30" Type="http://schemas.openxmlformats.org/officeDocument/2006/relationships/image" Target="../media/image27.png"/><Relationship Id="rId35" Type="http://schemas.openxmlformats.org/officeDocument/2006/relationships/image" Target="../media/image32.svg"/><Relationship Id="rId43" Type="http://schemas.openxmlformats.org/officeDocument/2006/relationships/image" Target="../media/image40.png"/><Relationship Id="rId48" Type="http://schemas.openxmlformats.org/officeDocument/2006/relationships/image" Target="../media/image45.png"/><Relationship Id="rId56" Type="http://schemas.openxmlformats.org/officeDocument/2006/relationships/image" Target="../media/image53.png"/><Relationship Id="rId8" Type="http://schemas.openxmlformats.org/officeDocument/2006/relationships/image" Target="../media/image5.png"/><Relationship Id="rId51" Type="http://schemas.openxmlformats.org/officeDocument/2006/relationships/image" Target="../media/image48.png"/><Relationship Id="rId3" Type="http://schemas.openxmlformats.org/officeDocument/2006/relationships/image" Target="../media/image1.pn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svg"/><Relationship Id="rId33" Type="http://schemas.openxmlformats.org/officeDocument/2006/relationships/image" Target="../media/image30.png"/><Relationship Id="rId38" Type="http://schemas.openxmlformats.org/officeDocument/2006/relationships/image" Target="../media/image35.png"/><Relationship Id="rId46" Type="http://schemas.openxmlformats.org/officeDocument/2006/relationships/image" Target="../media/image43.png"/><Relationship Id="rId59" Type="http://schemas.openxmlformats.org/officeDocument/2006/relationships/image" Target="../media/image56.png"/><Relationship Id="rId20" Type="http://schemas.openxmlformats.org/officeDocument/2006/relationships/image" Target="../media/image17.png"/><Relationship Id="rId41" Type="http://schemas.openxmlformats.org/officeDocument/2006/relationships/image" Target="../media/image38.svg"/><Relationship Id="rId54" Type="http://schemas.openxmlformats.org/officeDocument/2006/relationships/image" Target="../media/image51.png"/><Relationship Id="rId6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5" Type="http://schemas.openxmlformats.org/officeDocument/2006/relationships/image" Target="../media/image12.svg"/><Relationship Id="rId23" Type="http://schemas.openxmlformats.org/officeDocument/2006/relationships/image" Target="../media/image20.svg"/><Relationship Id="rId28" Type="http://schemas.openxmlformats.org/officeDocument/2006/relationships/image" Target="../media/image25.png"/><Relationship Id="rId36" Type="http://schemas.openxmlformats.org/officeDocument/2006/relationships/image" Target="../media/image33.png"/><Relationship Id="rId49" Type="http://schemas.openxmlformats.org/officeDocument/2006/relationships/image" Target="../media/image46.png"/><Relationship Id="rId57" Type="http://schemas.openxmlformats.org/officeDocument/2006/relationships/image" Target="../media/image54.png"/><Relationship Id="rId10" Type="http://schemas.openxmlformats.org/officeDocument/2006/relationships/image" Target="../media/image7.png"/><Relationship Id="rId31" Type="http://schemas.openxmlformats.org/officeDocument/2006/relationships/image" Target="../media/image28.png"/><Relationship Id="rId44" Type="http://schemas.openxmlformats.org/officeDocument/2006/relationships/image" Target="../media/image41.png"/><Relationship Id="rId52" Type="http://schemas.openxmlformats.org/officeDocument/2006/relationships/image" Target="../media/image49.png"/><Relationship Id="rId60" Type="http://schemas.openxmlformats.org/officeDocument/2006/relationships/image" Target="../media/image5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Rectangle: Rounded Corners 1189">
            <a:extLst>
              <a:ext uri="{FF2B5EF4-FFF2-40B4-BE49-F238E27FC236}">
                <a16:creationId xmlns:a16="http://schemas.microsoft.com/office/drawing/2014/main" id="{EB50EC37-BE06-AE9A-CEBB-62C65EC57221}"/>
              </a:ext>
            </a:extLst>
          </p:cNvPr>
          <p:cNvSpPr/>
          <p:nvPr/>
        </p:nvSpPr>
        <p:spPr>
          <a:xfrm>
            <a:off x="438151" y="426684"/>
            <a:ext cx="12155238" cy="10938004"/>
          </a:xfrm>
          <a:prstGeom prst="roundRect">
            <a:avLst>
              <a:gd name="adj" fmla="val 2370"/>
            </a:avLst>
          </a:prstGeom>
          <a:solidFill>
            <a:srgbClr val="FDFDF7"/>
          </a:solidFill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9A8E183-40FB-5B13-E2EF-D37C406062CA}"/>
              </a:ext>
            </a:extLst>
          </p:cNvPr>
          <p:cNvSpPr/>
          <p:nvPr/>
        </p:nvSpPr>
        <p:spPr>
          <a:xfrm>
            <a:off x="12818633" y="486028"/>
            <a:ext cx="11890302" cy="10938004"/>
          </a:xfrm>
          <a:prstGeom prst="roundRect">
            <a:avLst>
              <a:gd name="adj" fmla="val 2370"/>
            </a:avLst>
          </a:prstGeom>
          <a:solidFill>
            <a:srgbClr val="FDFDF7"/>
          </a:solidFill>
          <a:ln w="28575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1072" name="Rectangle: Rounded Corners 1071">
            <a:extLst>
              <a:ext uri="{FF2B5EF4-FFF2-40B4-BE49-F238E27FC236}">
                <a16:creationId xmlns:a16="http://schemas.microsoft.com/office/drawing/2014/main" id="{6201495F-B92F-1F95-5403-54D10419CECC}"/>
              </a:ext>
            </a:extLst>
          </p:cNvPr>
          <p:cNvSpPr/>
          <p:nvPr/>
        </p:nvSpPr>
        <p:spPr>
          <a:xfrm>
            <a:off x="12966968" y="558203"/>
            <a:ext cx="11561484" cy="2914490"/>
          </a:xfrm>
          <a:prstGeom prst="roundRect">
            <a:avLst>
              <a:gd name="adj" fmla="val 6239"/>
            </a:avLst>
          </a:prstGeom>
          <a:solidFill>
            <a:srgbClr val="F5F6FF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33703C6-2B33-B815-6E66-DB7D2439B0A2}"/>
              </a:ext>
            </a:extLst>
          </p:cNvPr>
          <p:cNvSpPr/>
          <p:nvPr/>
        </p:nvSpPr>
        <p:spPr>
          <a:xfrm>
            <a:off x="591149" y="566334"/>
            <a:ext cx="4972026" cy="2864892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pic>
        <p:nvPicPr>
          <p:cNvPr id="10" name="Picture 9" descr="A pixelated heart with hands&#10;&#10;AI-generated content may be incorrect.">
            <a:extLst>
              <a:ext uri="{FF2B5EF4-FFF2-40B4-BE49-F238E27FC236}">
                <a16:creationId xmlns:a16="http://schemas.microsoft.com/office/drawing/2014/main" id="{731DB112-D4C7-2AE8-29DA-B5AFE26D7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4427" b="89974" l="8301" r="93457">
                        <a14:foregroundMark x1="51367" y1="7031" x2="51367" y2="7031"/>
                        <a14:foregroundMark x1="20215" y1="8724" x2="20215" y2="8724"/>
                        <a14:foregroundMark x1="23340" y1="7878" x2="23340" y2="7878"/>
                        <a14:foregroundMark x1="27734" y1="7487" x2="27734" y2="7487"/>
                        <a14:foregroundMark x1="37695" y1="7487" x2="37695" y2="7487"/>
                        <a14:foregroundMark x1="37695" y1="7487" x2="37695" y2="7487"/>
                        <a14:foregroundMark x1="34570" y1="5404" x2="34570" y2="5404"/>
                        <a14:foregroundMark x1="34570" y1="5404" x2="34570" y2="5404"/>
                        <a14:foregroundMark x1="34570" y1="5404" x2="34570" y2="5404"/>
                        <a14:foregroundMark x1="30859" y1="5404" x2="30859" y2="5404"/>
                        <a14:foregroundMark x1="44531" y1="5404" x2="44531" y2="5404"/>
                        <a14:foregroundMark x1="50781" y1="5794" x2="50781" y2="5794"/>
                        <a14:foregroundMark x1="53906" y1="5794" x2="53906" y2="5794"/>
                        <a14:foregroundMark x1="47656" y1="7487" x2="47656" y2="7487"/>
                        <a14:foregroundMark x1="48242" y1="7031" x2="48242" y2="7031"/>
                        <a14:foregroundMark x1="45801" y1="9570" x2="45801" y2="9570"/>
                        <a14:foregroundMark x1="50098" y1="7487" x2="50098" y2="7487"/>
                        <a14:foregroundMark x1="48242" y1="6250" x2="48242" y2="6250"/>
                        <a14:foregroundMark x1="40137" y1="4557" x2="29590" y2="7487"/>
                        <a14:foregroundMark x1="19629" y1="9570" x2="19629" y2="9570"/>
                        <a14:foregroundMark x1="8398" y1="10352" x2="8398" y2="10352"/>
                        <a14:foregroundMark x1="30859" y1="9961" x2="30859" y2="9961"/>
                        <a14:foregroundMark x1="22070" y1="8724" x2="22070" y2="8724"/>
                        <a14:foregroundMark x1="28320" y1="12891" x2="28320" y2="16992"/>
                        <a14:foregroundMark x1="27051" y1="26563" x2="25195" y2="34049"/>
                        <a14:foregroundMark x1="24609" y1="41927" x2="22754" y2="46484"/>
                        <a14:foregroundMark x1="20215" y1="52734" x2="17773" y2="56901"/>
                        <a14:foregroundMark x1="16504" y1="61849" x2="17773" y2="69336"/>
                        <a14:foregroundMark x1="19629" y1="70964" x2="67676" y2="86328"/>
                        <a14:foregroundMark x1="67676" y1="86328" x2="67773" y2="37109"/>
                        <a14:foregroundMark x1="67773" y1="37109" x2="32813" y2="24544"/>
                        <a14:foregroundMark x1="32813" y1="24544" x2="47656" y2="14128"/>
                        <a14:foregroundMark x1="84375" y1="33203" x2="93457" y2="72331"/>
                        <a14:foregroundMark x1="93457" y1="72331" x2="79980" y2="859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391" y="1050492"/>
            <a:ext cx="1587158" cy="238073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F2B0C55-6D81-010B-1E25-A6776ACDADE3}"/>
              </a:ext>
            </a:extLst>
          </p:cNvPr>
          <p:cNvSpPr/>
          <p:nvPr/>
        </p:nvSpPr>
        <p:spPr>
          <a:xfrm>
            <a:off x="1278526" y="2217848"/>
            <a:ext cx="662872" cy="68788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4DC00E-602D-6267-B404-53627916B413}"/>
              </a:ext>
            </a:extLst>
          </p:cNvPr>
          <p:cNvCxnSpPr>
            <a:cxnSpLocks/>
          </p:cNvCxnSpPr>
          <p:nvPr/>
        </p:nvCxnSpPr>
        <p:spPr>
          <a:xfrm flipV="1">
            <a:off x="1941396" y="1513136"/>
            <a:ext cx="1839232" cy="704720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FC720AE-AE80-FD86-EB55-D2374FAE856E}"/>
              </a:ext>
            </a:extLst>
          </p:cNvPr>
          <p:cNvCxnSpPr>
            <a:cxnSpLocks/>
          </p:cNvCxnSpPr>
          <p:nvPr/>
        </p:nvCxnSpPr>
        <p:spPr>
          <a:xfrm flipV="1">
            <a:off x="1941403" y="2850047"/>
            <a:ext cx="1904590" cy="82314"/>
          </a:xfrm>
          <a:prstGeom prst="line">
            <a:avLst/>
          </a:prstGeom>
          <a:ln w="28575"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 descr="A blue and orange swirls&#10;&#10;AI-generated content may be incorrect.">
            <a:extLst>
              <a:ext uri="{FF2B5EF4-FFF2-40B4-BE49-F238E27FC236}">
                <a16:creationId xmlns:a16="http://schemas.microsoft.com/office/drawing/2014/main" id="{4C60DF95-C189-D3DE-13DA-54541BC1BA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0640" y="1513140"/>
            <a:ext cx="1336912" cy="1336912"/>
          </a:xfrm>
          <a:prstGeom prst="roundRect">
            <a:avLst>
              <a:gd name="adj" fmla="val 441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F71F242-0BF6-8D0E-6732-BB5D721164D3}"/>
              </a:ext>
            </a:extLst>
          </p:cNvPr>
          <p:cNvSpPr txBox="1"/>
          <p:nvPr/>
        </p:nvSpPr>
        <p:spPr>
          <a:xfrm>
            <a:off x="602790" y="587927"/>
            <a:ext cx="2361544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Simulation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720340BF-0AC9-6CB0-A0C8-0703256B80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74118" y="643974"/>
            <a:ext cx="1336912" cy="558488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B6D4584-EE74-F7B8-81FC-E3D143C07931}"/>
              </a:ext>
            </a:extLst>
          </p:cNvPr>
          <p:cNvSpPr/>
          <p:nvPr/>
        </p:nvSpPr>
        <p:spPr>
          <a:xfrm>
            <a:off x="584611" y="3651051"/>
            <a:ext cx="11873922" cy="4637370"/>
          </a:xfrm>
          <a:prstGeom prst="roundRect">
            <a:avLst>
              <a:gd name="adj" fmla="val 6239"/>
            </a:avLst>
          </a:prstGeom>
          <a:solidFill>
            <a:srgbClr val="F9FCF7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2DA76F-B000-7CFF-FEA2-7E30552A362A}"/>
                  </a:ext>
                </a:extLst>
              </p:cNvPr>
              <p:cNvSpPr txBox="1"/>
              <p:nvPr/>
            </p:nvSpPr>
            <p:spPr>
              <a:xfrm>
                <a:off x="596256" y="3672640"/>
                <a:ext cx="3583872" cy="5216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 Data</a:t>
                </a:r>
                <a14:m>
                  <m:oMath xmlns:m="http://schemas.openxmlformats.org/officeDocument/2006/math">
                    <m:r>
                      <a:rPr lang="en-US" sz="2790" b="1" i="1" baseline="-250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(point </a:t>
                </a:r>
                <a14:m>
                  <m:oMath xmlns:m="http://schemas.openxmlformats.org/officeDocument/2006/math">
                    <m:r>
                      <a:rPr lang="en-US" sz="279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𝒊</m:t>
                    </m:r>
                  </m:oMath>
                </a14:m>
                <a:r>
                  <a:rPr lang="en-US" sz="279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) </a:t>
                </a:r>
                <a:r>
                  <a:rPr lang="en-US" sz="2790" b="1" dirty="0">
                    <a:latin typeface="Univers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sz="2790" b="1" dirty="0">
                    <a:latin typeface="HGGothicE" panose="020B0400000000000000" pitchFamily="49" charset="-128"/>
                    <a:ea typeface="HGGothicE" panose="020B0400000000000000" pitchFamily="49" charset="-128"/>
                    <a:cs typeface="Times New Roman" panose="02020603050405020304" pitchFamily="18" charset="0"/>
                  </a:rPr>
                  <a:t> </a:t>
                </a:r>
                <a:endParaRPr lang="en-US" sz="279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12DA76F-B000-7CFF-FEA2-7E30552A3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56" y="3672640"/>
                <a:ext cx="3583872" cy="521681"/>
              </a:xfrm>
              <a:prstGeom prst="rect">
                <a:avLst/>
              </a:prstGeom>
              <a:blipFill>
                <a:blip r:embed="rId8"/>
                <a:stretch>
                  <a:fillRect l="-3571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3CAFA050-C210-16D5-B39C-61D5660823B2}"/>
              </a:ext>
            </a:extLst>
          </p:cNvPr>
          <p:cNvSpPr txBox="1"/>
          <p:nvPr/>
        </p:nvSpPr>
        <p:spPr>
          <a:xfrm>
            <a:off x="568230" y="4263194"/>
            <a:ext cx="10907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Voltage(u)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3F1BCF-095F-CA6E-1712-5FA71F70E7AA}"/>
              </a:ext>
            </a:extLst>
          </p:cNvPr>
          <p:cNvSpPr txBox="1"/>
          <p:nvPr/>
        </p:nvSpPr>
        <p:spPr>
          <a:xfrm>
            <a:off x="852358" y="6849623"/>
            <a:ext cx="6046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A086BC-152B-B4A3-4A54-0557E5314467}"/>
              </a:ext>
            </a:extLst>
          </p:cNvPr>
          <p:cNvSpPr txBox="1"/>
          <p:nvPr/>
        </p:nvSpPr>
        <p:spPr>
          <a:xfrm>
            <a:off x="698778" y="7580236"/>
            <a:ext cx="10433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</a:t>
            </a:r>
          </a:p>
        </p:txBody>
      </p:sp>
      <p:sp>
        <p:nvSpPr>
          <p:cNvPr id="48" name="Right Bracket 47">
            <a:extLst>
              <a:ext uri="{FF2B5EF4-FFF2-40B4-BE49-F238E27FC236}">
                <a16:creationId xmlns:a16="http://schemas.microsoft.com/office/drawing/2014/main" id="{F2BD9E04-5420-4873-E3AE-41F15DE4A0F2}"/>
              </a:ext>
            </a:extLst>
          </p:cNvPr>
          <p:cNvSpPr/>
          <p:nvPr/>
        </p:nvSpPr>
        <p:spPr>
          <a:xfrm rot="5400000">
            <a:off x="3305721" y="6464501"/>
            <a:ext cx="175774" cy="2774894"/>
          </a:xfrm>
          <a:prstGeom prst="righ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D48989-8158-44D6-6318-4802E1F62DC0}"/>
              </a:ext>
            </a:extLst>
          </p:cNvPr>
          <p:cNvSpPr txBox="1"/>
          <p:nvPr/>
        </p:nvSpPr>
        <p:spPr>
          <a:xfrm>
            <a:off x="1856292" y="7870183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DBB811-5656-077E-0A31-FBEE853D8BBD}"/>
              </a:ext>
            </a:extLst>
          </p:cNvPr>
          <p:cNvSpPr txBox="1"/>
          <p:nvPr/>
        </p:nvSpPr>
        <p:spPr>
          <a:xfrm>
            <a:off x="4333839" y="7870183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52e4</a:t>
            </a:r>
          </a:p>
        </p:txBody>
      </p:sp>
      <p:sp>
        <p:nvSpPr>
          <p:cNvPr id="57" name="Right Bracket 56">
            <a:extLst>
              <a:ext uri="{FF2B5EF4-FFF2-40B4-BE49-F238E27FC236}">
                <a16:creationId xmlns:a16="http://schemas.microsoft.com/office/drawing/2014/main" id="{6880C309-9020-FBDA-01E3-9F8902335090}"/>
              </a:ext>
            </a:extLst>
          </p:cNvPr>
          <p:cNvSpPr/>
          <p:nvPr/>
        </p:nvSpPr>
        <p:spPr>
          <a:xfrm rot="5400000">
            <a:off x="8321937" y="4290674"/>
            <a:ext cx="175774" cy="7122548"/>
          </a:xfrm>
          <a:prstGeom prst="rightBracket">
            <a:avLst>
              <a:gd name="adj" fmla="val 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23E276-9810-6570-A0DA-9ABE25622CF2}"/>
              </a:ext>
            </a:extLst>
          </p:cNvPr>
          <p:cNvSpPr txBox="1"/>
          <p:nvPr/>
        </p:nvSpPr>
        <p:spPr>
          <a:xfrm>
            <a:off x="11627891" y="7870183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183e4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D4FAE9-C2E4-C527-0C42-2223295E88C1}"/>
              </a:ext>
            </a:extLst>
          </p:cNvPr>
          <p:cNvSpPr txBox="1"/>
          <p:nvPr/>
        </p:nvSpPr>
        <p:spPr>
          <a:xfrm>
            <a:off x="2798227" y="7594783"/>
            <a:ext cx="10254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F88FB59-E6CE-843E-4D1A-D775A2E23FC0}"/>
                  </a:ext>
                </a:extLst>
              </p:cNvPr>
              <p:cNvSpPr txBox="1"/>
              <p:nvPr/>
            </p:nvSpPr>
            <p:spPr>
              <a:xfrm>
                <a:off x="5280202" y="7585336"/>
                <a:ext cx="470513" cy="356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F88FB59-E6CE-843E-4D1A-D775A2E23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202" y="7585336"/>
                <a:ext cx="470513" cy="356380"/>
              </a:xfrm>
              <a:prstGeom prst="rect">
                <a:avLst/>
              </a:prstGeom>
              <a:blipFill>
                <a:blip r:embed="rId9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24" name="Straight Connector 1023">
            <a:extLst>
              <a:ext uri="{FF2B5EF4-FFF2-40B4-BE49-F238E27FC236}">
                <a16:creationId xmlns:a16="http://schemas.microsoft.com/office/drawing/2014/main" id="{4946AA7C-CB48-5A18-7ADE-39BE3F83FF51}"/>
              </a:ext>
            </a:extLst>
          </p:cNvPr>
          <p:cNvCxnSpPr>
            <a:cxnSpLocks/>
          </p:cNvCxnSpPr>
          <p:nvPr/>
        </p:nvCxnSpPr>
        <p:spPr>
          <a:xfrm>
            <a:off x="6268588" y="7287116"/>
            <a:ext cx="0" cy="65272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Connector 1026">
            <a:extLst>
              <a:ext uri="{FF2B5EF4-FFF2-40B4-BE49-F238E27FC236}">
                <a16:creationId xmlns:a16="http://schemas.microsoft.com/office/drawing/2014/main" id="{7F7F6CDD-156F-A296-75B1-3B7D59B12BFA}"/>
              </a:ext>
            </a:extLst>
          </p:cNvPr>
          <p:cNvCxnSpPr>
            <a:cxnSpLocks/>
          </p:cNvCxnSpPr>
          <p:nvPr/>
        </p:nvCxnSpPr>
        <p:spPr>
          <a:xfrm>
            <a:off x="9108546" y="7325887"/>
            <a:ext cx="0" cy="61395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BA9370D3-32C4-642F-AF64-D81E35437F6B}"/>
              </a:ext>
            </a:extLst>
          </p:cNvPr>
          <p:cNvCxnSpPr>
            <a:cxnSpLocks/>
          </p:cNvCxnSpPr>
          <p:nvPr/>
        </p:nvCxnSpPr>
        <p:spPr>
          <a:xfrm>
            <a:off x="7689502" y="7325886"/>
            <a:ext cx="0" cy="60745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47A4D54A-E5C5-EAD5-4D6E-742726AD8112}"/>
              </a:ext>
            </a:extLst>
          </p:cNvPr>
          <p:cNvCxnSpPr>
            <a:cxnSpLocks/>
          </p:cNvCxnSpPr>
          <p:nvPr/>
        </p:nvCxnSpPr>
        <p:spPr>
          <a:xfrm>
            <a:off x="10520388" y="7397825"/>
            <a:ext cx="0" cy="5486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E120585-4A03-887A-ACFD-6D5D2C62268C}"/>
                  </a:ext>
                </a:extLst>
              </p:cNvPr>
              <p:cNvSpPr txBox="1"/>
              <p:nvPr/>
            </p:nvSpPr>
            <p:spPr>
              <a:xfrm>
                <a:off x="6782118" y="7587940"/>
                <a:ext cx="470513" cy="356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0" name="TextBox 1029">
                <a:extLst>
                  <a:ext uri="{FF2B5EF4-FFF2-40B4-BE49-F238E27FC236}">
                    <a16:creationId xmlns:a16="http://schemas.microsoft.com/office/drawing/2014/main" id="{FE120585-4A03-887A-ACFD-6D5D2C6226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2118" y="7587940"/>
                <a:ext cx="470513" cy="356380"/>
              </a:xfrm>
              <a:prstGeom prst="rect">
                <a:avLst/>
              </a:prstGeom>
              <a:blipFill>
                <a:blip r:embed="rId10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C765801-CB5A-6CD2-2FE1-B9D571E0766B}"/>
                  </a:ext>
                </a:extLst>
              </p:cNvPr>
              <p:cNvSpPr txBox="1"/>
              <p:nvPr/>
            </p:nvSpPr>
            <p:spPr>
              <a:xfrm>
                <a:off x="8210976" y="7586964"/>
                <a:ext cx="470513" cy="3575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EC765801-CB5A-6CD2-2FE1-B9D571E07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976" y="7586964"/>
                <a:ext cx="470513" cy="357534"/>
              </a:xfrm>
              <a:prstGeom prst="rect">
                <a:avLst/>
              </a:prstGeom>
              <a:blipFill>
                <a:blip r:embed="rId11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126295C8-8CEF-EADA-D9CC-DBF46765A895}"/>
                  </a:ext>
                </a:extLst>
              </p:cNvPr>
              <p:cNvSpPr txBox="1"/>
              <p:nvPr/>
            </p:nvSpPr>
            <p:spPr>
              <a:xfrm>
                <a:off x="9595892" y="7586914"/>
                <a:ext cx="470513" cy="355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2" name="TextBox 1031">
                <a:extLst>
                  <a:ext uri="{FF2B5EF4-FFF2-40B4-BE49-F238E27FC236}">
                    <a16:creationId xmlns:a16="http://schemas.microsoft.com/office/drawing/2014/main" id="{126295C8-8CEF-EADA-D9CC-DBF46765A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892" y="7586914"/>
                <a:ext cx="470513" cy="355738"/>
              </a:xfrm>
              <a:prstGeom prst="rect">
                <a:avLst/>
              </a:prstGeom>
              <a:blipFill>
                <a:blip r:embed="rId1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134937C0-D935-37E4-319C-F5924A14EEF5}"/>
                  </a:ext>
                </a:extLst>
              </p:cNvPr>
              <p:cNvSpPr txBox="1"/>
              <p:nvPr/>
            </p:nvSpPr>
            <p:spPr>
              <a:xfrm>
                <a:off x="11031926" y="7585263"/>
                <a:ext cx="470513" cy="361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1600" b="1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bSup>
                    </m:oMath>
                  </m:oMathPara>
                </a14:m>
                <a:endParaRPr lang="en-US" sz="1600" b="1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35" name="TextBox 1034">
                <a:extLst>
                  <a:ext uri="{FF2B5EF4-FFF2-40B4-BE49-F238E27FC236}">
                    <a16:creationId xmlns:a16="http://schemas.microsoft.com/office/drawing/2014/main" id="{134937C0-D935-37E4-319C-F5924A14E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1926" y="7585263"/>
                <a:ext cx="470513" cy="36118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8" name="Flowchart: Connector 1057">
            <a:extLst>
              <a:ext uri="{FF2B5EF4-FFF2-40B4-BE49-F238E27FC236}">
                <a16:creationId xmlns:a16="http://schemas.microsoft.com/office/drawing/2014/main" id="{4DDC754D-AEAC-030E-C166-7E928C19AC55}"/>
              </a:ext>
            </a:extLst>
          </p:cNvPr>
          <p:cNvSpPr/>
          <p:nvPr/>
        </p:nvSpPr>
        <p:spPr>
          <a:xfrm>
            <a:off x="4936365" y="1564458"/>
            <a:ext cx="150726" cy="1442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59" name="Flowchart: Connector 1058">
            <a:extLst>
              <a:ext uri="{FF2B5EF4-FFF2-40B4-BE49-F238E27FC236}">
                <a16:creationId xmlns:a16="http://schemas.microsoft.com/office/drawing/2014/main" id="{AB2FF581-FDAF-19FB-4997-0B12E9EADCA2}"/>
              </a:ext>
            </a:extLst>
          </p:cNvPr>
          <p:cNvSpPr/>
          <p:nvPr/>
        </p:nvSpPr>
        <p:spPr>
          <a:xfrm>
            <a:off x="3291689" y="3899132"/>
            <a:ext cx="150726" cy="144208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pic>
        <p:nvPicPr>
          <p:cNvPr id="1062" name="V 1">
            <a:extLst>
              <a:ext uri="{FF2B5EF4-FFF2-40B4-BE49-F238E27FC236}">
                <a16:creationId xmlns:a16="http://schemas.microsoft.com/office/drawing/2014/main" id="{E5D1DF12-9651-FF0B-AD04-2A4C7E0E5F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985630" y="4149460"/>
            <a:ext cx="3920320" cy="630936"/>
          </a:xfrm>
          <a:prstGeom prst="rect">
            <a:avLst/>
          </a:prstGeom>
        </p:spPr>
      </p:pic>
      <p:cxnSp>
        <p:nvCxnSpPr>
          <p:cNvPr id="1065" name="Straight Connector 1064">
            <a:extLst>
              <a:ext uri="{FF2B5EF4-FFF2-40B4-BE49-F238E27FC236}">
                <a16:creationId xmlns:a16="http://schemas.microsoft.com/office/drawing/2014/main" id="{81190BD8-39F4-F9D3-1678-F2F9C32EA2AB}"/>
              </a:ext>
            </a:extLst>
          </p:cNvPr>
          <p:cNvCxnSpPr>
            <a:cxnSpLocks/>
          </p:cNvCxnSpPr>
          <p:nvPr/>
        </p:nvCxnSpPr>
        <p:spPr>
          <a:xfrm>
            <a:off x="4847430" y="7287117"/>
            <a:ext cx="0" cy="64622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6" name="TextBox 1065">
            <a:extLst>
              <a:ext uri="{FF2B5EF4-FFF2-40B4-BE49-F238E27FC236}">
                <a16:creationId xmlns:a16="http://schemas.microsoft.com/office/drawing/2014/main" id="{A1E3D48B-F4DA-0586-1B37-59C62EF6F158}"/>
              </a:ext>
            </a:extLst>
          </p:cNvPr>
          <p:cNvSpPr txBox="1"/>
          <p:nvPr/>
        </p:nvSpPr>
        <p:spPr>
          <a:xfrm>
            <a:off x="6063107" y="435996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68" name="TextBox 1067">
            <a:extLst>
              <a:ext uri="{FF2B5EF4-FFF2-40B4-BE49-F238E27FC236}">
                <a16:creationId xmlns:a16="http://schemas.microsoft.com/office/drawing/2014/main" id="{E9728DF8-6483-954D-6F40-1E151C8A40BA}"/>
              </a:ext>
            </a:extLst>
          </p:cNvPr>
          <p:cNvSpPr txBox="1"/>
          <p:nvPr/>
        </p:nvSpPr>
        <p:spPr>
          <a:xfrm>
            <a:off x="6058457" y="691818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3" name="TextBox 1072">
            <a:extLst>
              <a:ext uri="{FF2B5EF4-FFF2-40B4-BE49-F238E27FC236}">
                <a16:creationId xmlns:a16="http://schemas.microsoft.com/office/drawing/2014/main" id="{1B6E5C41-1AFB-4434-0562-98D54B2EF52F}"/>
              </a:ext>
            </a:extLst>
          </p:cNvPr>
          <p:cNvSpPr txBox="1"/>
          <p:nvPr/>
        </p:nvSpPr>
        <p:spPr>
          <a:xfrm>
            <a:off x="1564015" y="434457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5AC56F13-9511-5EB6-1E91-A87325E67F34}"/>
              </a:ext>
            </a:extLst>
          </p:cNvPr>
          <p:cNvSpPr txBox="1"/>
          <p:nvPr/>
        </p:nvSpPr>
        <p:spPr>
          <a:xfrm>
            <a:off x="1569229" y="691818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1084" name="V2">
            <a:extLst>
              <a:ext uri="{FF2B5EF4-FFF2-40B4-BE49-F238E27FC236}">
                <a16:creationId xmlns:a16="http://schemas.microsoft.com/office/drawing/2014/main" id="{C18B0D61-2EB4-CD21-5ADD-D50048D6461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72647"/>
          <a:stretch>
            <a:fillRect/>
          </a:stretch>
        </p:blipFill>
        <p:spPr>
          <a:xfrm>
            <a:off x="6187809" y="4136062"/>
            <a:ext cx="1282698" cy="630936"/>
          </a:xfrm>
          <a:prstGeom prst="rect">
            <a:avLst/>
          </a:prstGeom>
        </p:spPr>
      </p:pic>
      <p:pic>
        <p:nvPicPr>
          <p:cNvPr id="1085" name="V3">
            <a:extLst>
              <a:ext uri="{FF2B5EF4-FFF2-40B4-BE49-F238E27FC236}">
                <a16:creationId xmlns:a16="http://schemas.microsoft.com/office/drawing/2014/main" id="{78657BC1-EAF9-C6AC-586F-14B75FD794A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26941" r="54176"/>
          <a:stretch>
            <a:fillRect/>
          </a:stretch>
        </p:blipFill>
        <p:spPr>
          <a:xfrm>
            <a:off x="7862316" y="4149460"/>
            <a:ext cx="1095136" cy="630936"/>
          </a:xfrm>
          <a:prstGeom prst="rect">
            <a:avLst/>
          </a:prstGeom>
        </p:spPr>
      </p:pic>
      <p:sp>
        <p:nvSpPr>
          <p:cNvPr id="1086" name="TextBox 1085">
            <a:extLst>
              <a:ext uri="{FF2B5EF4-FFF2-40B4-BE49-F238E27FC236}">
                <a16:creationId xmlns:a16="http://schemas.microsoft.com/office/drawing/2014/main" id="{09062B71-C14A-B111-40D7-B3D286653B62}"/>
              </a:ext>
            </a:extLst>
          </p:cNvPr>
          <p:cNvSpPr txBox="1"/>
          <p:nvPr/>
        </p:nvSpPr>
        <p:spPr>
          <a:xfrm>
            <a:off x="7471295" y="435996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8" name="TextBox 1087">
            <a:extLst>
              <a:ext uri="{FF2B5EF4-FFF2-40B4-BE49-F238E27FC236}">
                <a16:creationId xmlns:a16="http://schemas.microsoft.com/office/drawing/2014/main" id="{F1A31DE8-889A-77EE-4693-21BEA5A377DF}"/>
              </a:ext>
            </a:extLst>
          </p:cNvPr>
          <p:cNvSpPr txBox="1"/>
          <p:nvPr/>
        </p:nvSpPr>
        <p:spPr>
          <a:xfrm>
            <a:off x="8904847" y="436342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9" name="TextBox 1088">
            <a:extLst>
              <a:ext uri="{FF2B5EF4-FFF2-40B4-BE49-F238E27FC236}">
                <a16:creationId xmlns:a16="http://schemas.microsoft.com/office/drawing/2014/main" id="{2FCDC34B-04DD-5E4A-261C-84485EA60375}"/>
              </a:ext>
            </a:extLst>
          </p:cNvPr>
          <p:cNvSpPr txBox="1"/>
          <p:nvPr/>
        </p:nvSpPr>
        <p:spPr>
          <a:xfrm>
            <a:off x="10304389" y="435996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93C1D5FD-AE63-1F44-B2A1-49F9EC286AE7}"/>
              </a:ext>
            </a:extLst>
          </p:cNvPr>
          <p:cNvSpPr txBox="1"/>
          <p:nvPr/>
        </p:nvSpPr>
        <p:spPr>
          <a:xfrm>
            <a:off x="10324045" y="6911819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5A189538-AC5A-39D0-C26C-A0F4E478579E}"/>
              </a:ext>
            </a:extLst>
          </p:cNvPr>
          <p:cNvSpPr txBox="1"/>
          <p:nvPr/>
        </p:nvSpPr>
        <p:spPr>
          <a:xfrm>
            <a:off x="8905003" y="6911819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365E2280-A4B6-632C-5948-D5F86823F67A}"/>
              </a:ext>
            </a:extLst>
          </p:cNvPr>
          <p:cNvSpPr txBox="1"/>
          <p:nvPr/>
        </p:nvSpPr>
        <p:spPr>
          <a:xfrm>
            <a:off x="7476887" y="6911819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1094" name="V4">
            <a:extLst>
              <a:ext uri="{FF2B5EF4-FFF2-40B4-BE49-F238E27FC236}">
                <a16:creationId xmlns:a16="http://schemas.microsoft.com/office/drawing/2014/main" id="{AFF7DB49-E195-8B03-F6A4-7FF58EAE3AC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45842" r="28616"/>
          <a:stretch>
            <a:fillRect/>
          </a:stretch>
        </p:blipFill>
        <p:spPr>
          <a:xfrm>
            <a:off x="9294905" y="4144516"/>
            <a:ext cx="1074390" cy="630936"/>
          </a:xfrm>
          <a:prstGeom prst="rect">
            <a:avLst/>
          </a:prstGeom>
        </p:spPr>
      </p:pic>
      <p:pic>
        <p:nvPicPr>
          <p:cNvPr id="1096" name="V5">
            <a:extLst>
              <a:ext uri="{FF2B5EF4-FFF2-40B4-BE49-F238E27FC236}">
                <a16:creationId xmlns:a16="http://schemas.microsoft.com/office/drawing/2014/main" id="{864972B0-0C7F-220A-3BAE-EDF430F995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71634" r="3072"/>
          <a:stretch>
            <a:fillRect/>
          </a:stretch>
        </p:blipFill>
        <p:spPr>
          <a:xfrm>
            <a:off x="10724088" y="4144516"/>
            <a:ext cx="1247004" cy="630936"/>
          </a:xfrm>
          <a:prstGeom prst="rect">
            <a:avLst/>
          </a:prstGeom>
        </p:spPr>
      </p:pic>
      <p:pic>
        <p:nvPicPr>
          <p:cNvPr id="1133" name="APD1">
            <a:extLst>
              <a:ext uri="{FF2B5EF4-FFF2-40B4-BE49-F238E27FC236}">
                <a16:creationId xmlns:a16="http://schemas.microsoft.com/office/drawing/2014/main" id="{8D921A0F-7D47-894B-F915-9CEC8A1E54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89109" y="6640082"/>
            <a:ext cx="4200014" cy="685800"/>
          </a:xfrm>
          <a:prstGeom prst="rect">
            <a:avLst/>
          </a:prstGeom>
        </p:spPr>
      </p:pic>
      <p:pic>
        <p:nvPicPr>
          <p:cNvPr id="1135" name="APD2">
            <a:extLst>
              <a:ext uri="{FF2B5EF4-FFF2-40B4-BE49-F238E27FC236}">
                <a16:creationId xmlns:a16="http://schemas.microsoft.com/office/drawing/2014/main" id="{0356A2DD-EFAA-0AAE-26CC-7582D298755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60722" y="6712020"/>
            <a:ext cx="856604" cy="685800"/>
          </a:xfrm>
          <a:prstGeom prst="rect">
            <a:avLst/>
          </a:prstGeom>
        </p:spPr>
      </p:pic>
      <p:pic>
        <p:nvPicPr>
          <p:cNvPr id="1137" name="APD3">
            <a:extLst>
              <a:ext uri="{FF2B5EF4-FFF2-40B4-BE49-F238E27FC236}">
                <a16:creationId xmlns:a16="http://schemas.microsoft.com/office/drawing/2014/main" id="{AEA3C279-34DA-6F57-7D57-04837B82C98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877476" y="6601312"/>
            <a:ext cx="1092104" cy="685800"/>
          </a:xfrm>
          <a:prstGeom prst="rect">
            <a:avLst/>
          </a:prstGeom>
        </p:spPr>
      </p:pic>
      <p:pic>
        <p:nvPicPr>
          <p:cNvPr id="1139" name="APD4">
            <a:extLst>
              <a:ext uri="{FF2B5EF4-FFF2-40B4-BE49-F238E27FC236}">
                <a16:creationId xmlns:a16="http://schemas.microsoft.com/office/drawing/2014/main" id="{A56BF377-886B-4FF7-FECB-10517FEE2B8E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47609" y="6876204"/>
            <a:ext cx="1129094" cy="685800"/>
          </a:xfrm>
          <a:prstGeom prst="rect">
            <a:avLst/>
          </a:prstGeom>
        </p:spPr>
      </p:pic>
      <p:pic>
        <p:nvPicPr>
          <p:cNvPr id="1143" name="APD5">
            <a:extLst>
              <a:ext uri="{FF2B5EF4-FFF2-40B4-BE49-F238E27FC236}">
                <a16:creationId xmlns:a16="http://schemas.microsoft.com/office/drawing/2014/main" id="{DA92AE34-3253-1DF3-B4B2-C7C37FEBCBF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729680" y="6872108"/>
            <a:ext cx="1092104" cy="685800"/>
          </a:xfrm>
          <a:prstGeom prst="rect">
            <a:avLst/>
          </a:prstGeom>
        </p:spPr>
      </p:pic>
      <p:sp>
        <p:nvSpPr>
          <p:cNvPr id="1145" name="TextBox 1144">
            <a:extLst>
              <a:ext uri="{FF2B5EF4-FFF2-40B4-BE49-F238E27FC236}">
                <a16:creationId xmlns:a16="http://schemas.microsoft.com/office/drawing/2014/main" id="{9C3546C0-D3D8-85F9-DE43-BC5FA48CC673}"/>
              </a:ext>
            </a:extLst>
          </p:cNvPr>
          <p:cNvSpPr txBox="1"/>
          <p:nvPr/>
        </p:nvSpPr>
        <p:spPr>
          <a:xfrm>
            <a:off x="12953412" y="486031"/>
            <a:ext cx="4200958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Calculator (TC)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49" name="Rectangle: Rounded Corners 1148">
                <a:extLst>
                  <a:ext uri="{FF2B5EF4-FFF2-40B4-BE49-F238E27FC236}">
                    <a16:creationId xmlns:a16="http://schemas.microsoft.com/office/drawing/2014/main" id="{9DAC8150-E234-F814-A148-463D9EE3753A}"/>
                  </a:ext>
                </a:extLst>
              </p:cNvPr>
              <p:cNvSpPr/>
              <p:nvPr/>
            </p:nvSpPr>
            <p:spPr>
              <a:xfrm>
                <a:off x="13196156" y="1010303"/>
                <a:ext cx="67951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49" name="Rectangle: Rounded Corners 1148">
                <a:extLst>
                  <a:ext uri="{FF2B5EF4-FFF2-40B4-BE49-F238E27FC236}">
                    <a16:creationId xmlns:a16="http://schemas.microsoft.com/office/drawing/2014/main" id="{9DAC8150-E234-F814-A148-463D9EE375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1010303"/>
                <a:ext cx="67951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2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50" name="Rectangle: Rounded Corners 1149">
                <a:extLst>
                  <a:ext uri="{FF2B5EF4-FFF2-40B4-BE49-F238E27FC236}">
                    <a16:creationId xmlns:a16="http://schemas.microsoft.com/office/drawing/2014/main" id="{48EB1C92-A55D-06C4-8880-CDAF58DDF9F5}"/>
                  </a:ext>
                </a:extLst>
              </p:cNvPr>
              <p:cNvSpPr/>
              <p:nvPr/>
            </p:nvSpPr>
            <p:spPr>
              <a:xfrm>
                <a:off x="13196156" y="1875145"/>
                <a:ext cx="67951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0" name="Rectangle: Rounded Corners 1149">
                <a:extLst>
                  <a:ext uri="{FF2B5EF4-FFF2-40B4-BE49-F238E27FC236}">
                    <a16:creationId xmlns:a16="http://schemas.microsoft.com/office/drawing/2014/main" id="{48EB1C92-A55D-06C4-8880-CDAF58DDF9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1875145"/>
                <a:ext cx="67951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2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1" name="TextBox 1150">
            <a:extLst>
              <a:ext uri="{FF2B5EF4-FFF2-40B4-BE49-F238E27FC236}">
                <a16:creationId xmlns:a16="http://schemas.microsoft.com/office/drawing/2014/main" id="{B10859FF-B9FF-EA29-F098-AEF7E9105A93}"/>
              </a:ext>
            </a:extLst>
          </p:cNvPr>
          <p:cNvSpPr txBox="1"/>
          <p:nvPr/>
        </p:nvSpPr>
        <p:spPr>
          <a:xfrm>
            <a:off x="13321533" y="250807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2" name="Rectangle: Rounded Corners 1151">
                <a:extLst>
                  <a:ext uri="{FF2B5EF4-FFF2-40B4-BE49-F238E27FC236}">
                    <a16:creationId xmlns:a16="http://schemas.microsoft.com/office/drawing/2014/main" id="{BF5A8185-5F5F-03E2-4828-FC71BED88A0E}"/>
                  </a:ext>
                </a:extLst>
              </p:cNvPr>
              <p:cNvSpPr/>
              <p:nvPr/>
            </p:nvSpPr>
            <p:spPr>
              <a:xfrm>
                <a:off x="13196156" y="2797019"/>
                <a:ext cx="67951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2" name="Rectangle: Rounded Corners 1151">
                <a:extLst>
                  <a:ext uri="{FF2B5EF4-FFF2-40B4-BE49-F238E27FC236}">
                    <a16:creationId xmlns:a16="http://schemas.microsoft.com/office/drawing/2014/main" id="{BF5A8185-5F5F-03E2-4828-FC71BED88A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2797019"/>
                <a:ext cx="67951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3" name="Arrow: Right 1152">
            <a:extLst>
              <a:ext uri="{FF2B5EF4-FFF2-40B4-BE49-F238E27FC236}">
                <a16:creationId xmlns:a16="http://schemas.microsoft.com/office/drawing/2014/main" id="{4F548775-4604-CF59-E6C7-8E3F0F3EA57F}"/>
              </a:ext>
            </a:extLst>
          </p:cNvPr>
          <p:cNvSpPr/>
          <p:nvPr/>
        </p:nvSpPr>
        <p:spPr>
          <a:xfrm>
            <a:off x="14008357" y="12114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54" name="Arrow: Right 1153">
            <a:extLst>
              <a:ext uri="{FF2B5EF4-FFF2-40B4-BE49-F238E27FC236}">
                <a16:creationId xmlns:a16="http://schemas.microsoft.com/office/drawing/2014/main" id="{6B5F8950-89C7-F6AD-7308-AAAE83BBCA88}"/>
              </a:ext>
            </a:extLst>
          </p:cNvPr>
          <p:cNvSpPr/>
          <p:nvPr/>
        </p:nvSpPr>
        <p:spPr>
          <a:xfrm>
            <a:off x="14008357" y="20622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55" name="Arrow: Right 1154">
            <a:extLst>
              <a:ext uri="{FF2B5EF4-FFF2-40B4-BE49-F238E27FC236}">
                <a16:creationId xmlns:a16="http://schemas.microsoft.com/office/drawing/2014/main" id="{76A45E06-872E-D4FE-6543-BEA8F8285509}"/>
              </a:ext>
            </a:extLst>
          </p:cNvPr>
          <p:cNvSpPr/>
          <p:nvPr/>
        </p:nvSpPr>
        <p:spPr>
          <a:xfrm>
            <a:off x="14008355" y="299458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56" name="Rectangle: Rounded Corners 1155">
            <a:extLst>
              <a:ext uri="{FF2B5EF4-FFF2-40B4-BE49-F238E27FC236}">
                <a16:creationId xmlns:a16="http://schemas.microsoft.com/office/drawing/2014/main" id="{DA7783F3-D10B-1F77-1292-4AF6DD11543E}"/>
              </a:ext>
            </a:extLst>
          </p:cNvPr>
          <p:cNvSpPr/>
          <p:nvPr/>
        </p:nvSpPr>
        <p:spPr>
          <a:xfrm>
            <a:off x="14602957" y="995527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59" name="Rectangle: Rounded Corners 1158">
            <a:extLst>
              <a:ext uri="{FF2B5EF4-FFF2-40B4-BE49-F238E27FC236}">
                <a16:creationId xmlns:a16="http://schemas.microsoft.com/office/drawing/2014/main" id="{D2F85AEE-683C-9EF5-3425-6E148E4759D1}"/>
              </a:ext>
            </a:extLst>
          </p:cNvPr>
          <p:cNvSpPr/>
          <p:nvPr/>
        </p:nvSpPr>
        <p:spPr>
          <a:xfrm>
            <a:off x="14602957" y="1860369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60" name="Rectangle: Rounded Corners 1159">
            <a:extLst>
              <a:ext uri="{FF2B5EF4-FFF2-40B4-BE49-F238E27FC236}">
                <a16:creationId xmlns:a16="http://schemas.microsoft.com/office/drawing/2014/main" id="{EEA5ACEA-793C-403A-E877-1702A7E8C18D}"/>
              </a:ext>
            </a:extLst>
          </p:cNvPr>
          <p:cNvSpPr/>
          <p:nvPr/>
        </p:nvSpPr>
        <p:spPr>
          <a:xfrm>
            <a:off x="14602957" y="2782243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TLE</a:t>
            </a:r>
          </a:p>
        </p:txBody>
      </p:sp>
      <p:sp>
        <p:nvSpPr>
          <p:cNvPr id="1161" name="Arrow: Right 1160">
            <a:extLst>
              <a:ext uri="{FF2B5EF4-FFF2-40B4-BE49-F238E27FC236}">
                <a16:creationId xmlns:a16="http://schemas.microsoft.com/office/drawing/2014/main" id="{2796C9CE-0804-2EFF-10EF-232BD4213C8A}"/>
              </a:ext>
            </a:extLst>
          </p:cNvPr>
          <p:cNvSpPr/>
          <p:nvPr/>
        </p:nvSpPr>
        <p:spPr>
          <a:xfrm>
            <a:off x="15800017" y="12114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62" name="Arrow: Right 1161">
            <a:extLst>
              <a:ext uri="{FF2B5EF4-FFF2-40B4-BE49-F238E27FC236}">
                <a16:creationId xmlns:a16="http://schemas.microsoft.com/office/drawing/2014/main" id="{0870D2F0-FE40-B1F0-E0DC-71CDF82190A4}"/>
              </a:ext>
            </a:extLst>
          </p:cNvPr>
          <p:cNvSpPr/>
          <p:nvPr/>
        </p:nvSpPr>
        <p:spPr>
          <a:xfrm>
            <a:off x="15800017" y="207702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63" name="Arrow: Right 1162">
            <a:extLst>
              <a:ext uri="{FF2B5EF4-FFF2-40B4-BE49-F238E27FC236}">
                <a16:creationId xmlns:a16="http://schemas.microsoft.com/office/drawing/2014/main" id="{8375402B-91D9-7884-CED2-EE96128669DA}"/>
              </a:ext>
            </a:extLst>
          </p:cNvPr>
          <p:cNvSpPr/>
          <p:nvPr/>
        </p:nvSpPr>
        <p:spPr>
          <a:xfrm>
            <a:off x="15800017" y="3000547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23A8EB5E-95C8-4503-9ADE-E1AD4AEFFE5C}"/>
              </a:ext>
            </a:extLst>
          </p:cNvPr>
          <p:cNvSpPr txBox="1"/>
          <p:nvPr/>
        </p:nvSpPr>
        <p:spPr>
          <a:xfrm>
            <a:off x="14924487" y="249094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927E2461-3D19-B84F-3944-4063B36D01EF}"/>
                  </a:ext>
                </a:extLst>
              </p:cNvPr>
              <p:cNvSpPr/>
              <p:nvPr/>
            </p:nvSpPr>
            <p:spPr>
              <a:xfrm>
                <a:off x="16393114" y="995527"/>
                <a:ext cx="10649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5" name="Rectangle: Rounded Corners 1164">
                <a:extLst>
                  <a:ext uri="{FF2B5EF4-FFF2-40B4-BE49-F238E27FC236}">
                    <a16:creationId xmlns:a16="http://schemas.microsoft.com/office/drawing/2014/main" id="{927E2461-3D19-B84F-3944-4063B36D01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4" y="995527"/>
                <a:ext cx="10649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1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B984E505-767F-7114-934C-D19FC3F81C13}"/>
                  </a:ext>
                </a:extLst>
              </p:cNvPr>
              <p:cNvSpPr/>
              <p:nvPr/>
            </p:nvSpPr>
            <p:spPr>
              <a:xfrm>
                <a:off x="16393112" y="1860369"/>
                <a:ext cx="10649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6" name="Rectangle: Rounded Corners 1165">
                <a:extLst>
                  <a:ext uri="{FF2B5EF4-FFF2-40B4-BE49-F238E27FC236}">
                    <a16:creationId xmlns:a16="http://schemas.microsoft.com/office/drawing/2014/main" id="{B984E505-767F-7114-934C-D19FC3F81C1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2" y="1860369"/>
                <a:ext cx="10649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0C5D175D-1F8C-FEC4-63DC-96088FB8D69D}"/>
                  </a:ext>
                </a:extLst>
              </p:cNvPr>
              <p:cNvSpPr/>
              <p:nvPr/>
            </p:nvSpPr>
            <p:spPr>
              <a:xfrm>
                <a:off x="16393114" y="2782243"/>
                <a:ext cx="10649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𝑳𝑬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68" name="Rectangle: Rounded Corners 1167">
                <a:extLst>
                  <a:ext uri="{FF2B5EF4-FFF2-40B4-BE49-F238E27FC236}">
                    <a16:creationId xmlns:a16="http://schemas.microsoft.com/office/drawing/2014/main" id="{0C5D175D-1F8C-FEC4-63DC-96088FB8D6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4" y="2782243"/>
                <a:ext cx="10649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3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7EFF324-A91F-A86D-D2FB-70C53DBF1E6E}"/>
              </a:ext>
            </a:extLst>
          </p:cNvPr>
          <p:cNvSpPr txBox="1"/>
          <p:nvPr/>
        </p:nvSpPr>
        <p:spPr>
          <a:xfrm>
            <a:off x="1017312" y="514037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B10CB2-F702-3E17-7AE5-5B3CBE40779B}"/>
              </a:ext>
            </a:extLst>
          </p:cNvPr>
          <p:cNvSpPr txBox="1"/>
          <p:nvPr/>
        </p:nvSpPr>
        <p:spPr>
          <a:xfrm>
            <a:off x="6064237" y="524627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5095C-4D71-AC55-99AF-EAFD74B94045}"/>
              </a:ext>
            </a:extLst>
          </p:cNvPr>
          <p:cNvSpPr txBox="1"/>
          <p:nvPr/>
        </p:nvSpPr>
        <p:spPr>
          <a:xfrm>
            <a:off x="1565145" y="523088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FF75A0-C4A7-6EF6-5F2A-9CA73BC6A3DD}"/>
              </a:ext>
            </a:extLst>
          </p:cNvPr>
          <p:cNvSpPr txBox="1"/>
          <p:nvPr/>
        </p:nvSpPr>
        <p:spPr>
          <a:xfrm>
            <a:off x="7472425" y="524627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0B3956-98E9-DC00-3E7E-BE15265FFCA2}"/>
              </a:ext>
            </a:extLst>
          </p:cNvPr>
          <p:cNvSpPr txBox="1"/>
          <p:nvPr/>
        </p:nvSpPr>
        <p:spPr>
          <a:xfrm>
            <a:off x="8905977" y="524973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C2D6FD-9969-0368-ABF5-5F4EC2795B00}"/>
              </a:ext>
            </a:extLst>
          </p:cNvPr>
          <p:cNvSpPr txBox="1"/>
          <p:nvPr/>
        </p:nvSpPr>
        <p:spPr>
          <a:xfrm>
            <a:off x="10305519" y="524627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CB1E1-DCA6-27F5-E4C2-89AEA140797E}"/>
              </a:ext>
            </a:extLst>
          </p:cNvPr>
          <p:cNvSpPr txBox="1"/>
          <p:nvPr/>
        </p:nvSpPr>
        <p:spPr>
          <a:xfrm>
            <a:off x="998082" y="6034404"/>
            <a:ext cx="3321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BB3939-4DEE-458D-0270-E1F7259EE98F}"/>
              </a:ext>
            </a:extLst>
          </p:cNvPr>
          <p:cNvSpPr txBox="1"/>
          <p:nvPr/>
        </p:nvSpPr>
        <p:spPr>
          <a:xfrm>
            <a:off x="6058769" y="616121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9A6E76-B0B3-B554-3372-82B1FC306B5C}"/>
              </a:ext>
            </a:extLst>
          </p:cNvPr>
          <p:cNvSpPr txBox="1"/>
          <p:nvPr/>
        </p:nvSpPr>
        <p:spPr>
          <a:xfrm>
            <a:off x="1559677" y="6145825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4E1388-A8F7-377E-EEB9-28993D5C8023}"/>
              </a:ext>
            </a:extLst>
          </p:cNvPr>
          <p:cNvSpPr txBox="1"/>
          <p:nvPr/>
        </p:nvSpPr>
        <p:spPr>
          <a:xfrm>
            <a:off x="7466957" y="616121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C04E6-10DB-0F3F-5BB8-3CAB1FCB60ED}"/>
              </a:ext>
            </a:extLst>
          </p:cNvPr>
          <p:cNvSpPr txBox="1"/>
          <p:nvPr/>
        </p:nvSpPr>
        <p:spPr>
          <a:xfrm>
            <a:off x="8900509" y="6164677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820DA2-DCC8-921E-30CB-D2ED1C04013B}"/>
              </a:ext>
            </a:extLst>
          </p:cNvPr>
          <p:cNvSpPr txBox="1"/>
          <p:nvPr/>
        </p:nvSpPr>
        <p:spPr>
          <a:xfrm>
            <a:off x="10300051" y="616121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pic>
        <p:nvPicPr>
          <p:cNvPr id="58" name="v2">
            <a:extLst>
              <a:ext uri="{FF2B5EF4-FFF2-40B4-BE49-F238E27FC236}">
                <a16:creationId xmlns:a16="http://schemas.microsoft.com/office/drawing/2014/main" id="{688CEEE2-7D03-D07C-1571-12B19FCB02B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r="74351"/>
          <a:stretch>
            <a:fillRect/>
          </a:stretch>
        </p:blipFill>
        <p:spPr>
          <a:xfrm>
            <a:off x="6338453" y="5045090"/>
            <a:ext cx="1078874" cy="630936"/>
          </a:xfrm>
          <a:prstGeom prst="rect">
            <a:avLst/>
          </a:prstGeom>
        </p:spPr>
      </p:pic>
      <p:pic>
        <p:nvPicPr>
          <p:cNvPr id="63" name="v1">
            <a:extLst>
              <a:ext uri="{FF2B5EF4-FFF2-40B4-BE49-F238E27FC236}">
                <a16:creationId xmlns:a16="http://schemas.microsoft.com/office/drawing/2014/main" id="{8B1FA3E9-9C80-D741-DD7C-88D2FE8E2D6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842670" y="5030828"/>
            <a:ext cx="4206240" cy="630936"/>
          </a:xfrm>
          <a:prstGeom prst="rect">
            <a:avLst/>
          </a:prstGeom>
        </p:spPr>
      </p:pic>
      <p:pic>
        <p:nvPicPr>
          <p:cNvPr id="1025" name="v5">
            <a:extLst>
              <a:ext uri="{FF2B5EF4-FFF2-40B4-BE49-F238E27FC236}">
                <a16:creationId xmlns:a16="http://schemas.microsoft.com/office/drawing/2014/main" id="{6987A31A-810C-AE45-D3E9-4D278F691D67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74322"/>
          <a:stretch>
            <a:fillRect/>
          </a:stretch>
        </p:blipFill>
        <p:spPr>
          <a:xfrm>
            <a:off x="10850587" y="5030828"/>
            <a:ext cx="1080070" cy="630936"/>
          </a:xfrm>
          <a:prstGeom prst="rect">
            <a:avLst/>
          </a:prstGeom>
        </p:spPr>
      </p:pic>
      <p:pic>
        <p:nvPicPr>
          <p:cNvPr id="1026" name="v3">
            <a:extLst>
              <a:ext uri="{FF2B5EF4-FFF2-40B4-BE49-F238E27FC236}">
                <a16:creationId xmlns:a16="http://schemas.microsoft.com/office/drawing/2014/main" id="{B03E681E-E877-B236-37DE-46207532E86C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23791" r="50928"/>
          <a:stretch>
            <a:fillRect/>
          </a:stretch>
        </p:blipFill>
        <p:spPr>
          <a:xfrm>
            <a:off x="7862316" y="5030828"/>
            <a:ext cx="1063380" cy="630936"/>
          </a:xfrm>
          <a:prstGeom prst="rect">
            <a:avLst/>
          </a:prstGeom>
        </p:spPr>
      </p:pic>
      <p:pic>
        <p:nvPicPr>
          <p:cNvPr id="1033" name="v4">
            <a:extLst>
              <a:ext uri="{FF2B5EF4-FFF2-40B4-BE49-F238E27FC236}">
                <a16:creationId xmlns:a16="http://schemas.microsoft.com/office/drawing/2014/main" id="{49356F3F-164F-5825-8797-DB3CE8610AE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43533" r="25242"/>
          <a:stretch>
            <a:fillRect/>
          </a:stretch>
        </p:blipFill>
        <p:spPr>
          <a:xfrm>
            <a:off x="9264634" y="5036962"/>
            <a:ext cx="1155096" cy="630936"/>
          </a:xfrm>
          <a:prstGeom prst="rect">
            <a:avLst/>
          </a:prstGeom>
        </p:spPr>
      </p:pic>
      <p:pic>
        <p:nvPicPr>
          <p:cNvPr id="1036" name="Graphic 1035">
            <a:extLst>
              <a:ext uri="{FF2B5EF4-FFF2-40B4-BE49-F238E27FC236}">
                <a16:creationId xmlns:a16="http://schemas.microsoft.com/office/drawing/2014/main" id="{768BB360-117E-1278-5B3B-5AB5A03824F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919248" y="5868166"/>
            <a:ext cx="4206240" cy="630936"/>
          </a:xfrm>
          <a:prstGeom prst="rect">
            <a:avLst/>
          </a:prstGeom>
        </p:spPr>
      </p:pic>
      <p:pic>
        <p:nvPicPr>
          <p:cNvPr id="1038" name="Graphic 1037">
            <a:extLst>
              <a:ext uri="{FF2B5EF4-FFF2-40B4-BE49-F238E27FC236}">
                <a16:creationId xmlns:a16="http://schemas.microsoft.com/office/drawing/2014/main" id="{DCCB14DA-5AB3-BC78-9CB0-489FCF62565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r="75486"/>
          <a:stretch>
            <a:fillRect/>
          </a:stretch>
        </p:blipFill>
        <p:spPr>
          <a:xfrm>
            <a:off x="6313595" y="5965716"/>
            <a:ext cx="1031134" cy="630936"/>
          </a:xfrm>
          <a:prstGeom prst="rect">
            <a:avLst/>
          </a:prstGeom>
        </p:spPr>
      </p:pic>
      <p:pic>
        <p:nvPicPr>
          <p:cNvPr id="1039" name="Graphic 1038">
            <a:extLst>
              <a:ext uri="{FF2B5EF4-FFF2-40B4-BE49-F238E27FC236}">
                <a16:creationId xmlns:a16="http://schemas.microsoft.com/office/drawing/2014/main" id="{773AE75C-0686-67D1-A0D4-FD6908C8900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70089"/>
          <a:stretch>
            <a:fillRect/>
          </a:stretch>
        </p:blipFill>
        <p:spPr>
          <a:xfrm>
            <a:off x="10873368" y="5969730"/>
            <a:ext cx="1258136" cy="630936"/>
          </a:xfrm>
          <a:prstGeom prst="rect">
            <a:avLst/>
          </a:prstGeom>
        </p:spPr>
      </p:pic>
      <p:pic>
        <p:nvPicPr>
          <p:cNvPr id="1040" name="Graphic 1039">
            <a:extLst>
              <a:ext uri="{FF2B5EF4-FFF2-40B4-BE49-F238E27FC236}">
                <a16:creationId xmlns:a16="http://schemas.microsoft.com/office/drawing/2014/main" id="{FFCF867C-6C44-BEF0-2DC0-5D79CCF64B7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44642" r="29247"/>
          <a:stretch>
            <a:fillRect/>
          </a:stretch>
        </p:blipFill>
        <p:spPr>
          <a:xfrm>
            <a:off x="9302823" y="5967662"/>
            <a:ext cx="1098342" cy="630936"/>
          </a:xfrm>
          <a:prstGeom prst="rect">
            <a:avLst/>
          </a:prstGeom>
        </p:spPr>
      </p:pic>
      <p:pic>
        <p:nvPicPr>
          <p:cNvPr id="1041" name="Graphic 1040">
            <a:extLst>
              <a:ext uri="{FF2B5EF4-FFF2-40B4-BE49-F238E27FC236}">
                <a16:creationId xmlns:a16="http://schemas.microsoft.com/office/drawing/2014/main" id="{3EE11026-9585-8545-B3E5-B52B4F8F937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25579" r="54963"/>
          <a:stretch>
            <a:fillRect/>
          </a:stretch>
        </p:blipFill>
        <p:spPr>
          <a:xfrm>
            <a:off x="8000582" y="5880974"/>
            <a:ext cx="818480" cy="63093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59696CE-4792-FB54-B179-C408EDB9A5C1}"/>
                  </a:ext>
                </a:extLst>
              </p:cNvPr>
              <p:cNvSpPr txBox="1"/>
              <p:nvPr/>
            </p:nvSpPr>
            <p:spPr>
              <a:xfrm>
                <a:off x="5045702" y="1384895"/>
                <a:ext cx="36099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𝒊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43" name="TextBox 1042">
                <a:extLst>
                  <a:ext uri="{FF2B5EF4-FFF2-40B4-BE49-F238E27FC236}">
                    <a16:creationId xmlns:a16="http://schemas.microsoft.com/office/drawing/2014/main" id="{B59696CE-4792-FB54-B179-C408EDB9A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5702" y="1384895"/>
                <a:ext cx="360996" cy="461665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8" name="Rectangle: Rounded Corners 1077">
                <a:extLst>
                  <a:ext uri="{FF2B5EF4-FFF2-40B4-BE49-F238E27FC236}">
                    <a16:creationId xmlns:a16="http://schemas.microsoft.com/office/drawing/2014/main" id="{3E8EF5CD-0DB6-21E2-6D10-F38D94613501}"/>
                  </a:ext>
                </a:extLst>
              </p:cNvPr>
              <p:cNvSpPr/>
              <p:nvPr/>
            </p:nvSpPr>
            <p:spPr>
              <a:xfrm>
                <a:off x="19936815" y="995527"/>
                <a:ext cx="1064966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8" name="Rectangle: Rounded Corners 1077">
                <a:extLst>
                  <a:ext uri="{FF2B5EF4-FFF2-40B4-BE49-F238E27FC236}">
                    <a16:creationId xmlns:a16="http://schemas.microsoft.com/office/drawing/2014/main" id="{3E8EF5CD-0DB6-21E2-6D10-F38D94613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6815" y="995527"/>
                <a:ext cx="1064966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1954C017-51F3-D292-1A44-0C5723FF925A}"/>
                  </a:ext>
                </a:extLst>
              </p:cNvPr>
              <p:cNvSpPr/>
              <p:nvPr/>
            </p:nvSpPr>
            <p:spPr>
              <a:xfrm>
                <a:off x="19936811" y="1895175"/>
                <a:ext cx="1064970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79" name="Rectangle: Rounded Corners 1078">
                <a:extLst>
                  <a:ext uri="{FF2B5EF4-FFF2-40B4-BE49-F238E27FC236}">
                    <a16:creationId xmlns:a16="http://schemas.microsoft.com/office/drawing/2014/main" id="{1954C017-51F3-D292-1A44-0C5723FF92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6811" y="1895175"/>
                <a:ext cx="1064970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4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0" name="TextBox 1079">
            <a:extLst>
              <a:ext uri="{FF2B5EF4-FFF2-40B4-BE49-F238E27FC236}">
                <a16:creationId xmlns:a16="http://schemas.microsoft.com/office/drawing/2014/main" id="{903B9D23-475F-22C7-B1EC-87E6E7971F56}"/>
              </a:ext>
            </a:extLst>
          </p:cNvPr>
          <p:cNvSpPr txBox="1"/>
          <p:nvPr/>
        </p:nvSpPr>
        <p:spPr>
          <a:xfrm>
            <a:off x="20251829" y="161756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64DA7E74-F80F-6C6D-E58D-685297476B1E}"/>
                  </a:ext>
                </a:extLst>
              </p:cNvPr>
              <p:cNvSpPr/>
              <p:nvPr/>
            </p:nvSpPr>
            <p:spPr>
              <a:xfrm>
                <a:off x="23475826" y="1010303"/>
                <a:ext cx="5081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6" name="Rectangle: Rounded Corners 1105">
                <a:extLst>
                  <a:ext uri="{FF2B5EF4-FFF2-40B4-BE49-F238E27FC236}">
                    <a16:creationId xmlns:a16="http://schemas.microsoft.com/office/drawing/2014/main" id="{64DA7E74-F80F-6C6D-E58D-685297476B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5826" y="1010303"/>
                <a:ext cx="5081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5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7" name="TextBox 1196">
            <a:extLst>
              <a:ext uri="{FF2B5EF4-FFF2-40B4-BE49-F238E27FC236}">
                <a16:creationId xmlns:a16="http://schemas.microsoft.com/office/drawing/2014/main" id="{2B1F6C32-2FBE-354F-4E42-91A77DB33BFD}"/>
              </a:ext>
            </a:extLst>
          </p:cNvPr>
          <p:cNvSpPr txBox="1"/>
          <p:nvPr/>
        </p:nvSpPr>
        <p:spPr>
          <a:xfrm>
            <a:off x="16714643" y="249094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C17AB70D-A43A-BF80-4CC9-88DA45597C2D}"/>
              </a:ext>
            </a:extLst>
          </p:cNvPr>
          <p:cNvSpPr txBox="1"/>
          <p:nvPr/>
        </p:nvSpPr>
        <p:spPr>
          <a:xfrm>
            <a:off x="14924487" y="158790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53" name="Arrow: Right 1052">
            <a:extLst>
              <a:ext uri="{FF2B5EF4-FFF2-40B4-BE49-F238E27FC236}">
                <a16:creationId xmlns:a16="http://schemas.microsoft.com/office/drawing/2014/main" id="{42F45CC6-441B-14C3-BD7E-851E9D3A0B6A}"/>
              </a:ext>
            </a:extLst>
          </p:cNvPr>
          <p:cNvSpPr/>
          <p:nvPr/>
        </p:nvSpPr>
        <p:spPr>
          <a:xfrm>
            <a:off x="17550569" y="1219937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54" name="Rectangle: Rounded Corners 1053">
            <a:extLst>
              <a:ext uri="{FF2B5EF4-FFF2-40B4-BE49-F238E27FC236}">
                <a16:creationId xmlns:a16="http://schemas.microsoft.com/office/drawing/2014/main" id="{D1383C83-7639-C2C1-2CF7-8214FF9C47D3}"/>
              </a:ext>
            </a:extLst>
          </p:cNvPr>
          <p:cNvSpPr/>
          <p:nvPr/>
        </p:nvSpPr>
        <p:spPr>
          <a:xfrm>
            <a:off x="18183271" y="995527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sp>
        <p:nvSpPr>
          <p:cNvPr id="1055" name="Arrow: Right 1054">
            <a:extLst>
              <a:ext uri="{FF2B5EF4-FFF2-40B4-BE49-F238E27FC236}">
                <a16:creationId xmlns:a16="http://schemas.microsoft.com/office/drawing/2014/main" id="{847FFA48-54AE-E5FC-BE2D-FAAC4756F855}"/>
              </a:ext>
            </a:extLst>
          </p:cNvPr>
          <p:cNvSpPr/>
          <p:nvPr/>
        </p:nvSpPr>
        <p:spPr>
          <a:xfrm rot="18356451">
            <a:off x="17434037" y="1731583"/>
            <a:ext cx="80527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56" name="Arrow: Right 1055">
            <a:extLst>
              <a:ext uri="{FF2B5EF4-FFF2-40B4-BE49-F238E27FC236}">
                <a16:creationId xmlns:a16="http://schemas.microsoft.com/office/drawing/2014/main" id="{71FD7A6D-0DA5-9DFC-E164-16534B9085D2}"/>
              </a:ext>
            </a:extLst>
          </p:cNvPr>
          <p:cNvSpPr/>
          <p:nvPr/>
        </p:nvSpPr>
        <p:spPr>
          <a:xfrm rot="17331730">
            <a:off x="17140261" y="2270181"/>
            <a:ext cx="150295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75" name="TextBox 1074">
            <a:extLst>
              <a:ext uri="{FF2B5EF4-FFF2-40B4-BE49-F238E27FC236}">
                <a16:creationId xmlns:a16="http://schemas.microsoft.com/office/drawing/2014/main" id="{454AB61D-1B19-0D7F-18B9-DB58393CA35C}"/>
              </a:ext>
            </a:extLst>
          </p:cNvPr>
          <p:cNvSpPr txBox="1"/>
          <p:nvPr/>
        </p:nvSpPr>
        <p:spPr>
          <a:xfrm>
            <a:off x="16714643" y="1594896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69BF483D-F528-6D5B-DE7F-4B0C9C9DA115}"/>
              </a:ext>
            </a:extLst>
          </p:cNvPr>
          <p:cNvSpPr txBox="1"/>
          <p:nvPr/>
        </p:nvSpPr>
        <p:spPr>
          <a:xfrm>
            <a:off x="13321149" y="160228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081" name="Arrow: Right 1080">
            <a:extLst>
              <a:ext uri="{FF2B5EF4-FFF2-40B4-BE49-F238E27FC236}">
                <a16:creationId xmlns:a16="http://schemas.microsoft.com/office/drawing/2014/main" id="{C2950A79-BAC1-6FE6-59A2-5C85770D3965}"/>
              </a:ext>
            </a:extLst>
          </p:cNvPr>
          <p:cNvSpPr/>
          <p:nvPr/>
        </p:nvSpPr>
        <p:spPr>
          <a:xfrm>
            <a:off x="19335201" y="12114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87" name="Arrow: Right 1086">
            <a:extLst>
              <a:ext uri="{FF2B5EF4-FFF2-40B4-BE49-F238E27FC236}">
                <a16:creationId xmlns:a16="http://schemas.microsoft.com/office/drawing/2014/main" id="{91B6F1F2-4CCF-2953-33D6-F21D4FC5F1CE}"/>
              </a:ext>
            </a:extLst>
          </p:cNvPr>
          <p:cNvSpPr/>
          <p:nvPr/>
        </p:nvSpPr>
        <p:spPr>
          <a:xfrm>
            <a:off x="21105943" y="12114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93" name="Arrow: Right 1092">
            <a:extLst>
              <a:ext uri="{FF2B5EF4-FFF2-40B4-BE49-F238E27FC236}">
                <a16:creationId xmlns:a16="http://schemas.microsoft.com/office/drawing/2014/main" id="{9E9CBA34-BC9C-11CC-9C86-88D262E651FC}"/>
              </a:ext>
            </a:extLst>
          </p:cNvPr>
          <p:cNvSpPr/>
          <p:nvPr/>
        </p:nvSpPr>
        <p:spPr>
          <a:xfrm rot="18356451">
            <a:off x="20957877" y="1746333"/>
            <a:ext cx="80527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95" name="Rectangle: Rounded Corners 1094">
            <a:extLst>
              <a:ext uri="{FF2B5EF4-FFF2-40B4-BE49-F238E27FC236}">
                <a16:creationId xmlns:a16="http://schemas.microsoft.com/office/drawing/2014/main" id="{E63210AD-25C8-57B7-B79B-A2D8DC9632D4}"/>
              </a:ext>
            </a:extLst>
          </p:cNvPr>
          <p:cNvSpPr/>
          <p:nvPr/>
        </p:nvSpPr>
        <p:spPr>
          <a:xfrm>
            <a:off x="21702703" y="995527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sp>
        <p:nvSpPr>
          <p:cNvPr id="1098" name="Arrow: Right 1097">
            <a:extLst>
              <a:ext uri="{FF2B5EF4-FFF2-40B4-BE49-F238E27FC236}">
                <a16:creationId xmlns:a16="http://schemas.microsoft.com/office/drawing/2014/main" id="{D9942951-ED9E-A399-A089-9B402F78D811}"/>
              </a:ext>
            </a:extLst>
          </p:cNvPr>
          <p:cNvSpPr/>
          <p:nvPr/>
        </p:nvSpPr>
        <p:spPr>
          <a:xfrm>
            <a:off x="22854633" y="12114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099" name="Rectangle: Rounded Corners 1098">
            <a:extLst>
              <a:ext uri="{FF2B5EF4-FFF2-40B4-BE49-F238E27FC236}">
                <a16:creationId xmlns:a16="http://schemas.microsoft.com/office/drawing/2014/main" id="{FAE3999F-F009-D783-EB54-D3036DC073DE}"/>
              </a:ext>
            </a:extLst>
          </p:cNvPr>
          <p:cNvSpPr/>
          <p:nvPr/>
        </p:nvSpPr>
        <p:spPr>
          <a:xfrm>
            <a:off x="12966968" y="3672639"/>
            <a:ext cx="11561484" cy="2914490"/>
          </a:xfrm>
          <a:prstGeom prst="roundRect">
            <a:avLst>
              <a:gd name="adj" fmla="val 6239"/>
            </a:avLst>
          </a:prstGeom>
          <a:solidFill>
            <a:srgbClr val="F5F6FF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1101" name="TextBox 1100">
            <a:extLst>
              <a:ext uri="{FF2B5EF4-FFF2-40B4-BE49-F238E27FC236}">
                <a16:creationId xmlns:a16="http://schemas.microsoft.com/office/drawing/2014/main" id="{152F06F1-F805-CCE5-1EE4-1411EFF17F04}"/>
              </a:ext>
            </a:extLst>
          </p:cNvPr>
          <p:cNvSpPr txBox="1"/>
          <p:nvPr/>
        </p:nvSpPr>
        <p:spPr>
          <a:xfrm>
            <a:off x="12953415" y="3600467"/>
            <a:ext cx="3756093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Calculator (SC)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2" name="Rectangle: Rounded Corners 1101">
                <a:extLst>
                  <a:ext uri="{FF2B5EF4-FFF2-40B4-BE49-F238E27FC236}">
                    <a16:creationId xmlns:a16="http://schemas.microsoft.com/office/drawing/2014/main" id="{69E7DFCA-D2FA-44B1-8F62-74DF1E5B5CA0}"/>
                  </a:ext>
                </a:extLst>
              </p:cNvPr>
              <p:cNvSpPr/>
              <p:nvPr/>
            </p:nvSpPr>
            <p:spPr>
              <a:xfrm>
                <a:off x="13196156" y="4124739"/>
                <a:ext cx="67951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2" name="Rectangle: Rounded Corners 1101">
                <a:extLst>
                  <a:ext uri="{FF2B5EF4-FFF2-40B4-BE49-F238E27FC236}">
                    <a16:creationId xmlns:a16="http://schemas.microsoft.com/office/drawing/2014/main" id="{69E7DFCA-D2FA-44B1-8F62-74DF1E5B5C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4124739"/>
                <a:ext cx="67951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6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3" name="Rectangle: Rounded Corners 1102">
                <a:extLst>
                  <a:ext uri="{FF2B5EF4-FFF2-40B4-BE49-F238E27FC236}">
                    <a16:creationId xmlns:a16="http://schemas.microsoft.com/office/drawing/2014/main" id="{B7B57513-A521-07A4-88D6-D302BEF734FB}"/>
                  </a:ext>
                </a:extLst>
              </p:cNvPr>
              <p:cNvSpPr/>
              <p:nvPr/>
            </p:nvSpPr>
            <p:spPr>
              <a:xfrm>
                <a:off x="13196156" y="4989581"/>
                <a:ext cx="67951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3" name="Rectangle: Rounded Corners 1102">
                <a:extLst>
                  <a:ext uri="{FF2B5EF4-FFF2-40B4-BE49-F238E27FC236}">
                    <a16:creationId xmlns:a16="http://schemas.microsoft.com/office/drawing/2014/main" id="{B7B57513-A521-07A4-88D6-D302BEF734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4989581"/>
                <a:ext cx="67951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7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4" name="TextBox 1103">
            <a:extLst>
              <a:ext uri="{FF2B5EF4-FFF2-40B4-BE49-F238E27FC236}">
                <a16:creationId xmlns:a16="http://schemas.microsoft.com/office/drawing/2014/main" id="{D9A2DEB2-E917-9D4A-A495-3415A60C1DDD}"/>
              </a:ext>
            </a:extLst>
          </p:cNvPr>
          <p:cNvSpPr txBox="1"/>
          <p:nvPr/>
        </p:nvSpPr>
        <p:spPr>
          <a:xfrm>
            <a:off x="13321149" y="5662008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5" name="Rectangle: Rounded Corners 1104">
                <a:extLst>
                  <a:ext uri="{FF2B5EF4-FFF2-40B4-BE49-F238E27FC236}">
                    <a16:creationId xmlns:a16="http://schemas.microsoft.com/office/drawing/2014/main" id="{6DE96A1D-2828-5459-5E5E-DC37BC1289C7}"/>
                  </a:ext>
                </a:extLst>
              </p:cNvPr>
              <p:cNvSpPr/>
              <p:nvPr/>
            </p:nvSpPr>
            <p:spPr>
              <a:xfrm>
                <a:off x="13196156" y="5911455"/>
                <a:ext cx="67951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b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05" name="Rectangle: Rounded Corners 1104">
                <a:extLst>
                  <a:ext uri="{FF2B5EF4-FFF2-40B4-BE49-F238E27FC236}">
                    <a16:creationId xmlns:a16="http://schemas.microsoft.com/office/drawing/2014/main" id="{6DE96A1D-2828-5459-5E5E-DC37BC1289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6156" y="5911455"/>
                <a:ext cx="67951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7" name="Arrow: Right 1106">
            <a:extLst>
              <a:ext uri="{FF2B5EF4-FFF2-40B4-BE49-F238E27FC236}">
                <a16:creationId xmlns:a16="http://schemas.microsoft.com/office/drawing/2014/main" id="{6DFE7162-5E18-248F-EC84-A50D989FB785}"/>
              </a:ext>
            </a:extLst>
          </p:cNvPr>
          <p:cNvSpPr/>
          <p:nvPr/>
        </p:nvSpPr>
        <p:spPr>
          <a:xfrm rot="3460468">
            <a:off x="13834714" y="4648821"/>
            <a:ext cx="77074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08" name="Arrow: Right 1107">
            <a:extLst>
              <a:ext uri="{FF2B5EF4-FFF2-40B4-BE49-F238E27FC236}">
                <a16:creationId xmlns:a16="http://schemas.microsoft.com/office/drawing/2014/main" id="{E820093D-07A4-4850-D4CF-3F042F7D079D}"/>
              </a:ext>
            </a:extLst>
          </p:cNvPr>
          <p:cNvSpPr/>
          <p:nvPr/>
        </p:nvSpPr>
        <p:spPr>
          <a:xfrm>
            <a:off x="14008357" y="5176707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09" name="Arrow: Right 1108">
            <a:extLst>
              <a:ext uri="{FF2B5EF4-FFF2-40B4-BE49-F238E27FC236}">
                <a16:creationId xmlns:a16="http://schemas.microsoft.com/office/drawing/2014/main" id="{3992530C-0CA9-EB78-D634-CE0348B39180}"/>
              </a:ext>
            </a:extLst>
          </p:cNvPr>
          <p:cNvSpPr/>
          <p:nvPr/>
        </p:nvSpPr>
        <p:spPr>
          <a:xfrm rot="18016408">
            <a:off x="13814479" y="5719933"/>
            <a:ext cx="88305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11" name="Rectangle: Rounded Corners 1110">
            <a:extLst>
              <a:ext uri="{FF2B5EF4-FFF2-40B4-BE49-F238E27FC236}">
                <a16:creationId xmlns:a16="http://schemas.microsoft.com/office/drawing/2014/main" id="{109B5A2C-51AD-0F8F-8D57-4B5B4FF16D79}"/>
              </a:ext>
            </a:extLst>
          </p:cNvPr>
          <p:cNvSpPr/>
          <p:nvPr/>
        </p:nvSpPr>
        <p:spPr>
          <a:xfrm>
            <a:off x="14602957" y="4974805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SLE</a:t>
            </a:r>
          </a:p>
        </p:txBody>
      </p:sp>
      <p:sp>
        <p:nvSpPr>
          <p:cNvPr id="1114" name="Arrow: Right 1113">
            <a:extLst>
              <a:ext uri="{FF2B5EF4-FFF2-40B4-BE49-F238E27FC236}">
                <a16:creationId xmlns:a16="http://schemas.microsoft.com/office/drawing/2014/main" id="{EFDEC9FA-351E-0B80-8EE8-E811B16BEE5F}"/>
              </a:ext>
            </a:extLst>
          </p:cNvPr>
          <p:cNvSpPr/>
          <p:nvPr/>
        </p:nvSpPr>
        <p:spPr>
          <a:xfrm>
            <a:off x="15800017" y="5191457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0" name="Rectangle: Rounded Corners 1119">
                <a:extLst>
                  <a:ext uri="{FF2B5EF4-FFF2-40B4-BE49-F238E27FC236}">
                    <a16:creationId xmlns:a16="http://schemas.microsoft.com/office/drawing/2014/main" id="{D35BF34C-CED6-56D5-3456-B4389E446427}"/>
                  </a:ext>
                </a:extLst>
              </p:cNvPr>
              <p:cNvSpPr/>
              <p:nvPr/>
            </p:nvSpPr>
            <p:spPr>
              <a:xfrm>
                <a:off x="16393119" y="4975027"/>
                <a:ext cx="1064966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20" name="Rectangle: Rounded Corners 1119">
                <a:extLst>
                  <a:ext uri="{FF2B5EF4-FFF2-40B4-BE49-F238E27FC236}">
                    <a16:creationId xmlns:a16="http://schemas.microsoft.com/office/drawing/2014/main" id="{D35BF34C-CED6-56D5-3456-B4389E4464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9" y="4975027"/>
                <a:ext cx="1064966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4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21" name="Rectangle: Rounded Corners 1120">
                <a:extLst>
                  <a:ext uri="{FF2B5EF4-FFF2-40B4-BE49-F238E27FC236}">
                    <a16:creationId xmlns:a16="http://schemas.microsoft.com/office/drawing/2014/main" id="{C03ABD8C-E5E2-1B3B-95BE-B26F3E72B848}"/>
                  </a:ext>
                </a:extLst>
              </p:cNvPr>
              <p:cNvSpPr/>
              <p:nvPr/>
            </p:nvSpPr>
            <p:spPr>
              <a:xfrm>
                <a:off x="16393115" y="5874675"/>
                <a:ext cx="1064970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𝑬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21" name="Rectangle: Rounded Corners 1120">
                <a:extLst>
                  <a:ext uri="{FF2B5EF4-FFF2-40B4-BE49-F238E27FC236}">
                    <a16:creationId xmlns:a16="http://schemas.microsoft.com/office/drawing/2014/main" id="{C03ABD8C-E5E2-1B3B-95BE-B26F3E72B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93115" y="5874675"/>
                <a:ext cx="1064970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2" name="TextBox 1121">
            <a:extLst>
              <a:ext uri="{FF2B5EF4-FFF2-40B4-BE49-F238E27FC236}">
                <a16:creationId xmlns:a16="http://schemas.microsoft.com/office/drawing/2014/main" id="{451E7BE6-4F2A-C502-1D12-BD45965AC74A}"/>
              </a:ext>
            </a:extLst>
          </p:cNvPr>
          <p:cNvSpPr txBox="1"/>
          <p:nvPr/>
        </p:nvSpPr>
        <p:spPr>
          <a:xfrm>
            <a:off x="16708133" y="559706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23" name="Rectangle: Rounded Corners 1122">
                <a:extLst>
                  <a:ext uri="{FF2B5EF4-FFF2-40B4-BE49-F238E27FC236}">
                    <a16:creationId xmlns:a16="http://schemas.microsoft.com/office/drawing/2014/main" id="{FFBF95FF-EC9D-6B45-F0F8-CF9A663847BC}"/>
                  </a:ext>
                </a:extLst>
              </p:cNvPr>
              <p:cNvSpPr/>
              <p:nvPr/>
            </p:nvSpPr>
            <p:spPr>
              <a:xfrm>
                <a:off x="19932130" y="4989803"/>
                <a:ext cx="50816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sup>
                      </m:sSup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23" name="Rectangle: Rounded Corners 1122">
                <a:extLst>
                  <a:ext uri="{FF2B5EF4-FFF2-40B4-BE49-F238E27FC236}">
                    <a16:creationId xmlns:a16="http://schemas.microsoft.com/office/drawing/2014/main" id="{FFBF95FF-EC9D-6B45-F0F8-CF9A663847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2130" y="4989803"/>
                <a:ext cx="50816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1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1" name="TextBox 1130">
            <a:extLst>
              <a:ext uri="{FF2B5EF4-FFF2-40B4-BE49-F238E27FC236}">
                <a16:creationId xmlns:a16="http://schemas.microsoft.com/office/drawing/2014/main" id="{432040D7-E661-133A-DFAC-50ADA333F164}"/>
              </a:ext>
            </a:extLst>
          </p:cNvPr>
          <p:cNvSpPr txBox="1"/>
          <p:nvPr/>
        </p:nvSpPr>
        <p:spPr>
          <a:xfrm>
            <a:off x="13321149" y="471672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sp>
        <p:nvSpPr>
          <p:cNvPr id="1134" name="Arrow: Right 1133">
            <a:extLst>
              <a:ext uri="{FF2B5EF4-FFF2-40B4-BE49-F238E27FC236}">
                <a16:creationId xmlns:a16="http://schemas.microsoft.com/office/drawing/2014/main" id="{D3A84044-7F6C-C42F-379F-1230E1FD0480}"/>
              </a:ext>
            </a:extLst>
          </p:cNvPr>
          <p:cNvSpPr/>
          <p:nvPr/>
        </p:nvSpPr>
        <p:spPr>
          <a:xfrm>
            <a:off x="17562247" y="51909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36" name="Arrow: Right 1135">
            <a:extLst>
              <a:ext uri="{FF2B5EF4-FFF2-40B4-BE49-F238E27FC236}">
                <a16:creationId xmlns:a16="http://schemas.microsoft.com/office/drawing/2014/main" id="{E122EA37-935F-E3F8-C674-80280140B5D9}"/>
              </a:ext>
            </a:extLst>
          </p:cNvPr>
          <p:cNvSpPr/>
          <p:nvPr/>
        </p:nvSpPr>
        <p:spPr>
          <a:xfrm rot="18356451">
            <a:off x="17414181" y="5725833"/>
            <a:ext cx="80527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38" name="Rectangle: Rounded Corners 1137">
            <a:extLst>
              <a:ext uri="{FF2B5EF4-FFF2-40B4-BE49-F238E27FC236}">
                <a16:creationId xmlns:a16="http://schemas.microsoft.com/office/drawing/2014/main" id="{75AA8B65-E3C8-04F1-CD25-7FB4D2FF42A6}"/>
              </a:ext>
            </a:extLst>
          </p:cNvPr>
          <p:cNvSpPr/>
          <p:nvPr/>
        </p:nvSpPr>
        <p:spPr>
          <a:xfrm>
            <a:off x="18159007" y="4975027"/>
            <a:ext cx="1064970" cy="518714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</a:p>
        </p:txBody>
      </p:sp>
      <p:sp>
        <p:nvSpPr>
          <p:cNvPr id="1140" name="Arrow: Right 1139">
            <a:extLst>
              <a:ext uri="{FF2B5EF4-FFF2-40B4-BE49-F238E27FC236}">
                <a16:creationId xmlns:a16="http://schemas.microsoft.com/office/drawing/2014/main" id="{1B5926E1-7A10-EC72-FB56-3BA94C64A7D0}"/>
              </a:ext>
            </a:extLst>
          </p:cNvPr>
          <p:cNvSpPr/>
          <p:nvPr/>
        </p:nvSpPr>
        <p:spPr>
          <a:xfrm>
            <a:off x="19310937" y="5190971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46" name="Rectangle: Rounded Corners 1145">
            <a:extLst>
              <a:ext uri="{FF2B5EF4-FFF2-40B4-BE49-F238E27FC236}">
                <a16:creationId xmlns:a16="http://schemas.microsoft.com/office/drawing/2014/main" id="{BA52F93B-8601-D884-B36D-7C50ED8182C5}"/>
              </a:ext>
            </a:extLst>
          </p:cNvPr>
          <p:cNvSpPr/>
          <p:nvPr/>
        </p:nvSpPr>
        <p:spPr>
          <a:xfrm>
            <a:off x="579875" y="8528745"/>
            <a:ext cx="11873922" cy="2637650"/>
          </a:xfrm>
          <a:prstGeom prst="roundRect">
            <a:avLst>
              <a:gd name="adj" fmla="val 6239"/>
            </a:avLst>
          </a:prstGeom>
          <a:solidFill>
            <a:srgbClr val="F5FDFF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sp>
        <p:nvSpPr>
          <p:cNvPr id="1147" name="Rectangle: Rounded Corners 1146">
            <a:extLst>
              <a:ext uri="{FF2B5EF4-FFF2-40B4-BE49-F238E27FC236}">
                <a16:creationId xmlns:a16="http://schemas.microsoft.com/office/drawing/2014/main" id="{6CE387E1-F32F-4378-B378-C2A7C6C0FA77}"/>
              </a:ext>
            </a:extLst>
          </p:cNvPr>
          <p:cNvSpPr/>
          <p:nvPr/>
        </p:nvSpPr>
        <p:spPr>
          <a:xfrm>
            <a:off x="926159" y="9696297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1148" name="Arrow: Right 1147">
            <a:extLst>
              <a:ext uri="{FF2B5EF4-FFF2-40B4-BE49-F238E27FC236}">
                <a16:creationId xmlns:a16="http://schemas.microsoft.com/office/drawing/2014/main" id="{7F26F356-8182-3D56-302C-0425C4123EC9}"/>
              </a:ext>
            </a:extLst>
          </p:cNvPr>
          <p:cNvSpPr/>
          <p:nvPr/>
        </p:nvSpPr>
        <p:spPr>
          <a:xfrm rot="18573498">
            <a:off x="2030054" y="9652923"/>
            <a:ext cx="45854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57" name="Arrow: Right 1156">
            <a:extLst>
              <a:ext uri="{FF2B5EF4-FFF2-40B4-BE49-F238E27FC236}">
                <a16:creationId xmlns:a16="http://schemas.microsoft.com/office/drawing/2014/main" id="{B6047DD5-B69F-8105-C01E-A66CF1887863}"/>
              </a:ext>
            </a:extLst>
          </p:cNvPr>
          <p:cNvSpPr/>
          <p:nvPr/>
        </p:nvSpPr>
        <p:spPr>
          <a:xfrm rot="2798781">
            <a:off x="2062083" y="10077109"/>
            <a:ext cx="417308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8" name="Rectangle: Rounded Corners 1157">
                <a:extLst>
                  <a:ext uri="{FF2B5EF4-FFF2-40B4-BE49-F238E27FC236}">
                    <a16:creationId xmlns:a16="http://schemas.microsoft.com/office/drawing/2014/main" id="{A59329E9-F366-D6A3-9FFF-EF0BFD5F1146}"/>
                  </a:ext>
                </a:extLst>
              </p:cNvPr>
              <p:cNvSpPr/>
              <p:nvPr/>
            </p:nvSpPr>
            <p:spPr>
              <a:xfrm>
                <a:off x="2585562" y="9079513"/>
                <a:ext cx="1373096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[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𝒖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𝒗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  <m:r>
                        <a:rPr lang="en-US" sz="2790" b="1" i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]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58" name="Rectangle: Rounded Corners 1157">
                <a:extLst>
                  <a:ext uri="{FF2B5EF4-FFF2-40B4-BE49-F238E27FC236}">
                    <a16:creationId xmlns:a16="http://schemas.microsoft.com/office/drawing/2014/main" id="{A59329E9-F366-D6A3-9FFF-EF0BFD5F11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5562" y="9079513"/>
                <a:ext cx="1373096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7" name="Rectangle: Rounded Corners 1166">
            <a:extLst>
              <a:ext uri="{FF2B5EF4-FFF2-40B4-BE49-F238E27FC236}">
                <a16:creationId xmlns:a16="http://schemas.microsoft.com/office/drawing/2014/main" id="{E586C2D6-364B-61C9-0A34-DC9A635AFA77}"/>
              </a:ext>
            </a:extLst>
          </p:cNvPr>
          <p:cNvSpPr/>
          <p:nvPr/>
        </p:nvSpPr>
        <p:spPr>
          <a:xfrm>
            <a:off x="2576753" y="10168055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1169" name="Arrow: Right 1168">
            <a:extLst>
              <a:ext uri="{FF2B5EF4-FFF2-40B4-BE49-F238E27FC236}">
                <a16:creationId xmlns:a16="http://schemas.microsoft.com/office/drawing/2014/main" id="{DE0C4931-AE92-F745-E520-699E4976F952}"/>
              </a:ext>
            </a:extLst>
          </p:cNvPr>
          <p:cNvSpPr/>
          <p:nvPr/>
        </p:nvSpPr>
        <p:spPr>
          <a:xfrm>
            <a:off x="4075843" y="9297833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70" name="Arrow: Right 1169">
            <a:extLst>
              <a:ext uri="{FF2B5EF4-FFF2-40B4-BE49-F238E27FC236}">
                <a16:creationId xmlns:a16="http://schemas.microsoft.com/office/drawing/2014/main" id="{AF83215D-949C-5614-70B6-118F04A10ED8}"/>
              </a:ext>
            </a:extLst>
          </p:cNvPr>
          <p:cNvSpPr/>
          <p:nvPr/>
        </p:nvSpPr>
        <p:spPr>
          <a:xfrm>
            <a:off x="3767121" y="10390033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71" name="Rectangle: Rounded Corners 1170">
            <a:extLst>
              <a:ext uri="{FF2B5EF4-FFF2-40B4-BE49-F238E27FC236}">
                <a16:creationId xmlns:a16="http://schemas.microsoft.com/office/drawing/2014/main" id="{86E03BD0-53B7-BB83-7132-CABEE4D21C25}"/>
              </a:ext>
            </a:extLst>
          </p:cNvPr>
          <p:cNvSpPr/>
          <p:nvPr/>
        </p:nvSpPr>
        <p:spPr>
          <a:xfrm>
            <a:off x="4696185" y="9079513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1172" name="TextBox 1171">
            <a:extLst>
              <a:ext uri="{FF2B5EF4-FFF2-40B4-BE49-F238E27FC236}">
                <a16:creationId xmlns:a16="http://schemas.microsoft.com/office/drawing/2014/main" id="{D372CBD4-7CC1-7E0F-359E-B5D72319D96E}"/>
              </a:ext>
            </a:extLst>
          </p:cNvPr>
          <p:cNvSpPr txBox="1"/>
          <p:nvPr/>
        </p:nvSpPr>
        <p:spPr>
          <a:xfrm>
            <a:off x="611562" y="8521047"/>
            <a:ext cx="3583872" cy="52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LE Calculation</a:t>
            </a:r>
          </a:p>
        </p:txBody>
      </p:sp>
      <p:sp>
        <p:nvSpPr>
          <p:cNvPr id="1173" name="Rectangle: Rounded Corners 1172">
            <a:extLst>
              <a:ext uri="{FF2B5EF4-FFF2-40B4-BE49-F238E27FC236}">
                <a16:creationId xmlns:a16="http://schemas.microsoft.com/office/drawing/2014/main" id="{D1F7380B-EF98-DB41-348F-ADA3B461ED32}"/>
              </a:ext>
            </a:extLst>
          </p:cNvPr>
          <p:cNvSpPr/>
          <p:nvPr/>
        </p:nvSpPr>
        <p:spPr>
          <a:xfrm>
            <a:off x="4404277" y="10152070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PSR</a:t>
            </a:r>
          </a:p>
        </p:txBody>
      </p:sp>
      <p:sp>
        <p:nvSpPr>
          <p:cNvPr id="1176" name="Arrow: Right 1175">
            <a:extLst>
              <a:ext uri="{FF2B5EF4-FFF2-40B4-BE49-F238E27FC236}">
                <a16:creationId xmlns:a16="http://schemas.microsoft.com/office/drawing/2014/main" id="{03ADA735-2F9E-673E-B6F3-CCC11FD485F0}"/>
              </a:ext>
            </a:extLst>
          </p:cNvPr>
          <p:cNvSpPr/>
          <p:nvPr/>
        </p:nvSpPr>
        <p:spPr>
          <a:xfrm>
            <a:off x="5621743" y="10358869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7" name="Rectangle: Rounded Corners 1176">
                <a:extLst>
                  <a:ext uri="{FF2B5EF4-FFF2-40B4-BE49-F238E27FC236}">
                    <a16:creationId xmlns:a16="http://schemas.microsoft.com/office/drawing/2014/main" id="{67118463-1120-D153-23EC-C43AE3D2F7C2}"/>
                  </a:ext>
                </a:extLst>
              </p:cNvPr>
              <p:cNvSpPr/>
              <p:nvPr/>
            </p:nvSpPr>
            <p:spPr>
              <a:xfrm>
                <a:off x="6258899" y="10120905"/>
                <a:ext cx="1588070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79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790" b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APD</m:t>
                              </m:r>
                            </m:e>
                          </m:d>
                        </m:e>
                        <m:sub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177" name="Rectangle: Rounded Corners 1176">
                <a:extLst>
                  <a:ext uri="{FF2B5EF4-FFF2-40B4-BE49-F238E27FC236}">
                    <a16:creationId xmlns:a16="http://schemas.microsoft.com/office/drawing/2014/main" id="{67118463-1120-D153-23EC-C43AE3D2F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8899" y="10120905"/>
                <a:ext cx="1588070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3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" name="Arrow: Right 1177">
            <a:extLst>
              <a:ext uri="{FF2B5EF4-FFF2-40B4-BE49-F238E27FC236}">
                <a16:creationId xmlns:a16="http://schemas.microsoft.com/office/drawing/2014/main" id="{F5F06159-3957-C546-0EDF-13F553C3F11D}"/>
              </a:ext>
            </a:extLst>
          </p:cNvPr>
          <p:cNvSpPr/>
          <p:nvPr/>
        </p:nvSpPr>
        <p:spPr>
          <a:xfrm>
            <a:off x="9487921" y="9960179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9" name="Rectangle: Rounded Corners 1178">
                <a:extLst>
                  <a:ext uri="{FF2B5EF4-FFF2-40B4-BE49-F238E27FC236}">
                    <a16:creationId xmlns:a16="http://schemas.microsoft.com/office/drawing/2014/main" id="{84B00923-E7AE-D254-4F22-970880E8F3F3}"/>
                  </a:ext>
                </a:extLst>
              </p:cNvPr>
              <p:cNvSpPr/>
              <p:nvPr/>
            </p:nvSpPr>
            <p:spPr>
              <a:xfrm>
                <a:off x="10071836" y="9738977"/>
                <a:ext cx="1698660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𝑺</m:t>
                          </m:r>
                        </m:sup>
                      </m:sSup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79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APD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79" name="Rectangle: Rounded Corners 1178">
                <a:extLst>
                  <a:ext uri="{FF2B5EF4-FFF2-40B4-BE49-F238E27FC236}">
                    <a16:creationId xmlns:a16="http://schemas.microsoft.com/office/drawing/2014/main" id="{84B00923-E7AE-D254-4F22-970880E8F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836" y="9738977"/>
                <a:ext cx="1698660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4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0" name="Rectangle: Rounded Corners 1179">
            <a:extLst>
              <a:ext uri="{FF2B5EF4-FFF2-40B4-BE49-F238E27FC236}">
                <a16:creationId xmlns:a16="http://schemas.microsoft.com/office/drawing/2014/main" id="{0BFD70BA-BF4E-BBB8-CE1C-78790498A896}"/>
              </a:ext>
            </a:extLst>
          </p:cNvPr>
          <p:cNvSpPr/>
          <p:nvPr/>
        </p:nvSpPr>
        <p:spPr>
          <a:xfrm>
            <a:off x="8309911" y="9738977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</a:p>
        </p:txBody>
      </p:sp>
      <p:sp>
        <p:nvSpPr>
          <p:cNvPr id="1182" name="Arrow: Right 1181">
            <a:extLst>
              <a:ext uri="{FF2B5EF4-FFF2-40B4-BE49-F238E27FC236}">
                <a16:creationId xmlns:a16="http://schemas.microsoft.com/office/drawing/2014/main" id="{0CF1F5A2-CCC8-CA60-2F3E-40D88A916103}"/>
              </a:ext>
            </a:extLst>
          </p:cNvPr>
          <p:cNvSpPr/>
          <p:nvPr/>
        </p:nvSpPr>
        <p:spPr>
          <a:xfrm rot="18573498">
            <a:off x="7843538" y="10139333"/>
            <a:ext cx="458544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83" name="Arrow: Right 1182">
            <a:extLst>
              <a:ext uri="{FF2B5EF4-FFF2-40B4-BE49-F238E27FC236}">
                <a16:creationId xmlns:a16="http://schemas.microsoft.com/office/drawing/2014/main" id="{8CBFCAE1-E1FF-971C-25CA-AE3658BCF970}"/>
              </a:ext>
            </a:extLst>
          </p:cNvPr>
          <p:cNvSpPr/>
          <p:nvPr/>
        </p:nvSpPr>
        <p:spPr>
          <a:xfrm rot="2798781">
            <a:off x="7875566" y="10563519"/>
            <a:ext cx="417308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184" name="Arrow: Right 1183">
            <a:extLst>
              <a:ext uri="{FF2B5EF4-FFF2-40B4-BE49-F238E27FC236}">
                <a16:creationId xmlns:a16="http://schemas.microsoft.com/office/drawing/2014/main" id="{EF2195F8-B629-C545-9E57-A4F5B8DB6438}"/>
              </a:ext>
            </a:extLst>
          </p:cNvPr>
          <p:cNvSpPr/>
          <p:nvPr/>
        </p:nvSpPr>
        <p:spPr>
          <a:xfrm>
            <a:off x="9497151" y="10679113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5" name="Rectangle: Rounded Corners 1184">
                <a:extLst>
                  <a:ext uri="{FF2B5EF4-FFF2-40B4-BE49-F238E27FC236}">
                    <a16:creationId xmlns:a16="http://schemas.microsoft.com/office/drawing/2014/main" id="{954FC84B-3DE9-3BC1-7A81-F6924346E8F1}"/>
                  </a:ext>
                </a:extLst>
              </p:cNvPr>
              <p:cNvSpPr/>
              <p:nvPr/>
            </p:nvSpPr>
            <p:spPr>
              <a:xfrm>
                <a:off x="10081066" y="10457913"/>
                <a:ext cx="1698660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US" sz="279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APD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5" name="Rectangle: Rounded Corners 1184">
                <a:extLst>
                  <a:ext uri="{FF2B5EF4-FFF2-40B4-BE49-F238E27FC236}">
                    <a16:creationId xmlns:a16="http://schemas.microsoft.com/office/drawing/2014/main" id="{954FC84B-3DE9-3BC1-7A81-F6924346E8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1066" y="10457913"/>
                <a:ext cx="1698660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5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6" name="Rectangle: Rounded Corners 1185">
            <a:extLst>
              <a:ext uri="{FF2B5EF4-FFF2-40B4-BE49-F238E27FC236}">
                <a16:creationId xmlns:a16="http://schemas.microsoft.com/office/drawing/2014/main" id="{3F567568-F763-DC59-30CE-3F246612BD1B}"/>
              </a:ext>
            </a:extLst>
          </p:cNvPr>
          <p:cNvSpPr/>
          <p:nvPr/>
        </p:nvSpPr>
        <p:spPr>
          <a:xfrm>
            <a:off x="8319141" y="10457913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</a:p>
        </p:txBody>
      </p:sp>
      <p:sp>
        <p:nvSpPr>
          <p:cNvPr id="1187" name="Arrow: Right 1186">
            <a:extLst>
              <a:ext uri="{FF2B5EF4-FFF2-40B4-BE49-F238E27FC236}">
                <a16:creationId xmlns:a16="http://schemas.microsoft.com/office/drawing/2014/main" id="{11E21D6A-80C9-36C0-66CC-2D0C82D99E71}"/>
              </a:ext>
            </a:extLst>
          </p:cNvPr>
          <p:cNvSpPr/>
          <p:nvPr/>
        </p:nvSpPr>
        <p:spPr>
          <a:xfrm>
            <a:off x="5881955" y="9301633"/>
            <a:ext cx="50061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B624530D-DAB2-6707-FD3B-14EF38389121}"/>
                  </a:ext>
                </a:extLst>
              </p:cNvPr>
              <p:cNvSpPr/>
              <p:nvPr/>
            </p:nvSpPr>
            <p:spPr>
              <a:xfrm>
                <a:off x="6477100" y="9062513"/>
                <a:ext cx="1698660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 </m:t>
                          </m:r>
                          <m:r>
                            <m:rPr>
                              <m:sty m:val="p"/>
                            </m:r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λ</m:t>
                          </m:r>
                        </m:e>
                        <m:sup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𝒖𝒗𝒘</m:t>
                      </m:r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88" name="Rectangle: Rounded Corners 1187">
                <a:extLst>
                  <a:ext uri="{FF2B5EF4-FFF2-40B4-BE49-F238E27FC236}">
                    <a16:creationId xmlns:a16="http://schemas.microsoft.com/office/drawing/2014/main" id="{B624530D-DAB2-6707-FD3B-14EF383891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100" y="9062513"/>
                <a:ext cx="1698660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56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1" name="Rectangle: Rounded Corners 1190">
            <a:extLst>
              <a:ext uri="{FF2B5EF4-FFF2-40B4-BE49-F238E27FC236}">
                <a16:creationId xmlns:a16="http://schemas.microsoft.com/office/drawing/2014/main" id="{3B6137DF-E3A3-8388-47C7-5D13569FEA22}"/>
              </a:ext>
            </a:extLst>
          </p:cNvPr>
          <p:cNvSpPr/>
          <p:nvPr/>
        </p:nvSpPr>
        <p:spPr>
          <a:xfrm>
            <a:off x="12982514" y="6751490"/>
            <a:ext cx="11561484" cy="4453540"/>
          </a:xfrm>
          <a:prstGeom prst="roundRect">
            <a:avLst>
              <a:gd name="adj" fmla="val 6239"/>
            </a:avLst>
          </a:prstGeom>
          <a:solidFill>
            <a:srgbClr val="FFF5FC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 dirty="0"/>
          </a:p>
        </p:txBody>
      </p:sp>
      <p:sp>
        <p:nvSpPr>
          <p:cNvPr id="1192" name="TextBox 1191">
            <a:extLst>
              <a:ext uri="{FF2B5EF4-FFF2-40B4-BE49-F238E27FC236}">
                <a16:creationId xmlns:a16="http://schemas.microsoft.com/office/drawing/2014/main" id="{6942C20D-3A08-3BA1-2342-34850F0448D6}"/>
              </a:ext>
            </a:extLst>
          </p:cNvPr>
          <p:cNvSpPr txBox="1"/>
          <p:nvPr/>
        </p:nvSpPr>
        <p:spPr>
          <a:xfrm>
            <a:off x="13031481" y="6774866"/>
            <a:ext cx="3274486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LE (TLE)</a:t>
            </a:r>
          </a:p>
        </p:txBody>
      </p:sp>
      <p:graphicFrame>
        <p:nvGraphicFramePr>
          <p:cNvPr id="1195" name="Table 1194">
            <a:extLst>
              <a:ext uri="{FF2B5EF4-FFF2-40B4-BE49-F238E27FC236}">
                <a16:creationId xmlns:a16="http://schemas.microsoft.com/office/drawing/2014/main" id="{D772CDAD-280E-AE35-AB9C-588FA040B0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175263"/>
              </p:ext>
            </p:extLst>
          </p:nvPr>
        </p:nvGraphicFramePr>
        <p:xfrm>
          <a:off x="14319752" y="8911384"/>
          <a:ext cx="4565580" cy="33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55052227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69297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16911628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3766485582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39560177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95166052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10985858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534972169"/>
                    </a:ext>
                  </a:extLst>
                </a:gridCol>
              </a:tblGrid>
              <a:tr h="33014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44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199" name="TextBox 1198">
            <a:extLst>
              <a:ext uri="{FF2B5EF4-FFF2-40B4-BE49-F238E27FC236}">
                <a16:creationId xmlns:a16="http://schemas.microsoft.com/office/drawing/2014/main" id="{ED389F04-B558-AD85-DB20-E4C381ACE454}"/>
              </a:ext>
            </a:extLst>
          </p:cNvPr>
          <p:cNvSpPr txBox="1"/>
          <p:nvPr/>
        </p:nvSpPr>
        <p:spPr>
          <a:xfrm>
            <a:off x="18917273" y="8988491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0" name="Rectangle: Rounded Corners 1199">
                <a:extLst>
                  <a:ext uri="{FF2B5EF4-FFF2-40B4-BE49-F238E27FC236}">
                    <a16:creationId xmlns:a16="http://schemas.microsoft.com/office/drawing/2014/main" id="{467EAC41-582E-AB1F-98ED-755B1723D9E0}"/>
                  </a:ext>
                </a:extLst>
              </p:cNvPr>
              <p:cNvSpPr/>
              <p:nvPr/>
            </p:nvSpPr>
            <p:spPr>
              <a:xfrm>
                <a:off x="13138020" y="8792059"/>
                <a:ext cx="480108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90" b="1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00" name="Rectangle: Rounded Corners 1199">
                <a:extLst>
                  <a:ext uri="{FF2B5EF4-FFF2-40B4-BE49-F238E27FC236}">
                    <a16:creationId xmlns:a16="http://schemas.microsoft.com/office/drawing/2014/main" id="{467EAC41-582E-AB1F-98ED-755B1723D9E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8020" y="8792059"/>
                <a:ext cx="480108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7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05" name="Table 1204">
            <a:extLst>
              <a:ext uri="{FF2B5EF4-FFF2-40B4-BE49-F238E27FC236}">
                <a16:creationId xmlns:a16="http://schemas.microsoft.com/office/drawing/2014/main" id="{98FAFFCE-B9BB-1DF3-5653-EC9A83D4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475041"/>
              </p:ext>
            </p:extLst>
          </p:nvPr>
        </p:nvGraphicFramePr>
        <p:xfrm>
          <a:off x="14321994" y="7759382"/>
          <a:ext cx="1826232" cy="33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0774352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31924302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137104848"/>
                    </a:ext>
                  </a:extLst>
                </a:gridCol>
                <a:gridCol w="309690">
                  <a:extLst>
                    <a:ext uri="{9D8B030D-6E8A-4147-A177-3AD203B41FA5}">
                      <a16:colId xmlns:a16="http://schemas.microsoft.com/office/drawing/2014/main" val="3364863503"/>
                    </a:ext>
                  </a:extLst>
                </a:gridCol>
                <a:gridCol w="299054">
                  <a:extLst>
                    <a:ext uri="{9D8B030D-6E8A-4147-A177-3AD203B41FA5}">
                      <a16:colId xmlns:a16="http://schemas.microsoft.com/office/drawing/2014/main" val="230547459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273716469"/>
                    </a:ext>
                  </a:extLst>
                </a:gridCol>
              </a:tblGrid>
              <a:tr h="33014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4F1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44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2748697"/>
                  </a:ext>
                </a:extLst>
              </a:tr>
            </a:tbl>
          </a:graphicData>
        </a:graphic>
      </p:graphicFrame>
      <p:cxnSp>
        <p:nvCxnSpPr>
          <p:cNvPr id="1208" name="Straight Arrow Connector 1207">
            <a:extLst>
              <a:ext uri="{FF2B5EF4-FFF2-40B4-BE49-F238E27FC236}">
                <a16:creationId xmlns:a16="http://schemas.microsoft.com/office/drawing/2014/main" id="{4218F691-9435-5155-49CF-7F3F4C8B0CAD}"/>
              </a:ext>
            </a:extLst>
          </p:cNvPr>
          <p:cNvCxnSpPr>
            <a:cxnSpLocks/>
          </p:cNvCxnSpPr>
          <p:nvPr/>
        </p:nvCxnSpPr>
        <p:spPr>
          <a:xfrm>
            <a:off x="14450556" y="8354235"/>
            <a:ext cx="0" cy="30444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0" name="Straight Arrow Connector 1209">
            <a:extLst>
              <a:ext uri="{FF2B5EF4-FFF2-40B4-BE49-F238E27FC236}">
                <a16:creationId xmlns:a16="http://schemas.microsoft.com/office/drawing/2014/main" id="{CE67B0D1-CFD1-6133-C76C-DAFC0D7479B1}"/>
              </a:ext>
            </a:extLst>
          </p:cNvPr>
          <p:cNvCxnSpPr>
            <a:cxnSpLocks/>
          </p:cNvCxnSpPr>
          <p:nvPr/>
        </p:nvCxnSpPr>
        <p:spPr>
          <a:xfrm>
            <a:off x="15987256" y="8122079"/>
            <a:ext cx="0" cy="76701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Arrow Connector 1212">
            <a:extLst>
              <a:ext uri="{FF2B5EF4-FFF2-40B4-BE49-F238E27FC236}">
                <a16:creationId xmlns:a16="http://schemas.microsoft.com/office/drawing/2014/main" id="{5852C20B-2953-DAF8-59BC-F47B8D73C680}"/>
              </a:ext>
            </a:extLst>
          </p:cNvPr>
          <p:cNvCxnSpPr>
            <a:cxnSpLocks/>
          </p:cNvCxnSpPr>
          <p:nvPr/>
        </p:nvCxnSpPr>
        <p:spPr>
          <a:xfrm>
            <a:off x="15693336" y="8213469"/>
            <a:ext cx="0" cy="51763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9" name="Straight Arrow Connector 1218">
            <a:extLst>
              <a:ext uri="{FF2B5EF4-FFF2-40B4-BE49-F238E27FC236}">
                <a16:creationId xmlns:a16="http://schemas.microsoft.com/office/drawing/2014/main" id="{B9FECB8B-6311-484F-E2B5-53E7CF92A190}"/>
              </a:ext>
            </a:extLst>
          </p:cNvPr>
          <p:cNvCxnSpPr>
            <a:cxnSpLocks/>
          </p:cNvCxnSpPr>
          <p:nvPr/>
        </p:nvCxnSpPr>
        <p:spPr>
          <a:xfrm>
            <a:off x="15396156" y="8323010"/>
            <a:ext cx="0" cy="356788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5" name="TextBox 1224">
            <a:extLst>
              <a:ext uri="{FF2B5EF4-FFF2-40B4-BE49-F238E27FC236}">
                <a16:creationId xmlns:a16="http://schemas.microsoft.com/office/drawing/2014/main" id="{2BA087D4-213A-87B6-A099-3CB532108B37}"/>
              </a:ext>
            </a:extLst>
          </p:cNvPr>
          <p:cNvSpPr txBox="1"/>
          <p:nvPr/>
        </p:nvSpPr>
        <p:spPr>
          <a:xfrm>
            <a:off x="13073465" y="9834348"/>
            <a:ext cx="5953714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Divergence Of Similar Pairs in Time Series</a:t>
            </a:r>
          </a:p>
        </p:txBody>
      </p:sp>
      <p:sp>
        <p:nvSpPr>
          <p:cNvPr id="1226" name="Arrow: Right 1225">
            <a:extLst>
              <a:ext uri="{FF2B5EF4-FFF2-40B4-BE49-F238E27FC236}">
                <a16:creationId xmlns:a16="http://schemas.microsoft.com/office/drawing/2014/main" id="{336D9BE2-337B-7483-37A0-1418FB2A8863}"/>
              </a:ext>
            </a:extLst>
          </p:cNvPr>
          <p:cNvSpPr/>
          <p:nvPr/>
        </p:nvSpPr>
        <p:spPr>
          <a:xfrm>
            <a:off x="13746127" y="9007387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7A3B15E6-3B56-1202-DE01-0F3C9E90C4EC}"/>
              </a:ext>
            </a:extLst>
          </p:cNvPr>
          <p:cNvCxnSpPr>
            <a:cxnSpLocks/>
          </p:cNvCxnSpPr>
          <p:nvPr/>
        </p:nvCxnSpPr>
        <p:spPr>
          <a:xfrm>
            <a:off x="19386550" y="6807271"/>
            <a:ext cx="0" cy="4412274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0" name="TextBox 1229">
            <a:extLst>
              <a:ext uri="{FF2B5EF4-FFF2-40B4-BE49-F238E27FC236}">
                <a16:creationId xmlns:a16="http://schemas.microsoft.com/office/drawing/2014/main" id="{69F31ECE-10A9-B6FE-719C-F0DAEC6FEE00}"/>
              </a:ext>
            </a:extLst>
          </p:cNvPr>
          <p:cNvSpPr txBox="1"/>
          <p:nvPr/>
        </p:nvSpPr>
        <p:spPr>
          <a:xfrm>
            <a:off x="19456471" y="6760244"/>
            <a:ext cx="2829621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LE (SLE)</a:t>
            </a:r>
          </a:p>
        </p:txBody>
      </p:sp>
      <p:graphicFrame>
        <p:nvGraphicFramePr>
          <p:cNvPr id="1233" name="Table 1232">
            <a:extLst>
              <a:ext uri="{FF2B5EF4-FFF2-40B4-BE49-F238E27FC236}">
                <a16:creationId xmlns:a16="http://schemas.microsoft.com/office/drawing/2014/main" id="{80988BB8-0364-78DF-DFA2-F4461D4F3D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301040"/>
              </p:ext>
            </p:extLst>
          </p:nvPr>
        </p:nvGraphicFramePr>
        <p:xfrm>
          <a:off x="21017362" y="7610228"/>
          <a:ext cx="18433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664">
                  <a:extLst>
                    <a:ext uri="{9D8B030D-6E8A-4147-A177-3AD203B41FA5}">
                      <a16:colId xmlns:a16="http://schemas.microsoft.com/office/drawing/2014/main" val="990609581"/>
                    </a:ext>
                  </a:extLst>
                </a:gridCol>
                <a:gridCol w="368664">
                  <a:extLst>
                    <a:ext uri="{9D8B030D-6E8A-4147-A177-3AD203B41FA5}">
                      <a16:colId xmlns:a16="http://schemas.microsoft.com/office/drawing/2014/main" val="3971540448"/>
                    </a:ext>
                  </a:extLst>
                </a:gridCol>
                <a:gridCol w="368664">
                  <a:extLst>
                    <a:ext uri="{9D8B030D-6E8A-4147-A177-3AD203B41FA5}">
                      <a16:colId xmlns:a16="http://schemas.microsoft.com/office/drawing/2014/main" val="2053335669"/>
                    </a:ext>
                  </a:extLst>
                </a:gridCol>
                <a:gridCol w="368664">
                  <a:extLst>
                    <a:ext uri="{9D8B030D-6E8A-4147-A177-3AD203B41FA5}">
                      <a16:colId xmlns:a16="http://schemas.microsoft.com/office/drawing/2014/main" val="3102507815"/>
                    </a:ext>
                  </a:extLst>
                </a:gridCol>
                <a:gridCol w="368664">
                  <a:extLst>
                    <a:ext uri="{9D8B030D-6E8A-4147-A177-3AD203B41FA5}">
                      <a16:colId xmlns:a16="http://schemas.microsoft.com/office/drawing/2014/main" val="2689749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7531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94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9179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748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47155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874C793B-1B2B-A191-2818-8CC8D2F907B9}"/>
                  </a:ext>
                </a:extLst>
              </p:cNvPr>
              <p:cNvSpPr/>
              <p:nvPr/>
            </p:nvSpPr>
            <p:spPr>
              <a:xfrm>
                <a:off x="19603308" y="7397821"/>
                <a:ext cx="599674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0" name="Rectangle: Rounded Corners 1239">
                <a:extLst>
                  <a:ext uri="{FF2B5EF4-FFF2-40B4-BE49-F238E27FC236}">
                    <a16:creationId xmlns:a16="http://schemas.microsoft.com/office/drawing/2014/main" id="{874C793B-1B2B-A191-2818-8CC8D2F907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308" y="7397821"/>
                <a:ext cx="599674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8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1" name="Rectangle: Rounded Corners 1240">
                <a:extLst>
                  <a:ext uri="{FF2B5EF4-FFF2-40B4-BE49-F238E27FC236}">
                    <a16:creationId xmlns:a16="http://schemas.microsoft.com/office/drawing/2014/main" id="{EADE7FE6-0E64-7D88-6EF6-23E614149E0E}"/>
                  </a:ext>
                </a:extLst>
              </p:cNvPr>
              <p:cNvSpPr/>
              <p:nvPr/>
            </p:nvSpPr>
            <p:spPr>
              <a:xfrm>
                <a:off x="19603307" y="8262665"/>
                <a:ext cx="62870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1" name="Rectangle: Rounded Corners 1240">
                <a:extLst>
                  <a:ext uri="{FF2B5EF4-FFF2-40B4-BE49-F238E27FC236}">
                    <a16:creationId xmlns:a16="http://schemas.microsoft.com/office/drawing/2014/main" id="{EADE7FE6-0E64-7D88-6EF6-23E614149E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307" y="8262665"/>
                <a:ext cx="62870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59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2" name="TextBox 1241">
            <a:extLst>
              <a:ext uri="{FF2B5EF4-FFF2-40B4-BE49-F238E27FC236}">
                <a16:creationId xmlns:a16="http://schemas.microsoft.com/office/drawing/2014/main" id="{68DC6E87-FA8D-A86D-3FCE-0AE672BD4937}"/>
              </a:ext>
            </a:extLst>
          </p:cNvPr>
          <p:cNvSpPr txBox="1"/>
          <p:nvPr/>
        </p:nvSpPr>
        <p:spPr>
          <a:xfrm>
            <a:off x="19728299" y="8935093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43" name="Rectangle: Rounded Corners 1242">
                <a:extLst>
                  <a:ext uri="{FF2B5EF4-FFF2-40B4-BE49-F238E27FC236}">
                    <a16:creationId xmlns:a16="http://schemas.microsoft.com/office/drawing/2014/main" id="{77F5A34C-0B05-EEB6-A9C2-B3BC53A60908}"/>
                  </a:ext>
                </a:extLst>
              </p:cNvPr>
              <p:cNvSpPr/>
              <p:nvPr/>
            </p:nvSpPr>
            <p:spPr>
              <a:xfrm>
                <a:off x="19603307" y="9184539"/>
                <a:ext cx="628702" cy="518714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US" sz="279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en-US" sz="279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43" name="Rectangle: Rounded Corners 1242">
                <a:extLst>
                  <a:ext uri="{FF2B5EF4-FFF2-40B4-BE49-F238E27FC236}">
                    <a16:creationId xmlns:a16="http://schemas.microsoft.com/office/drawing/2014/main" id="{77F5A34C-0B05-EEB6-A9C2-B3BC53A60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3307" y="9184539"/>
                <a:ext cx="628702" cy="518714"/>
              </a:xfrm>
              <a:prstGeom prst="roundRect">
                <a:avLst>
                  <a:gd name="adj" fmla="val 6239"/>
                </a:avLst>
              </a:prstGeom>
              <a:blipFill>
                <a:blip r:embed="rId60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4" name="Arrow: Right 1243">
            <a:extLst>
              <a:ext uri="{FF2B5EF4-FFF2-40B4-BE49-F238E27FC236}">
                <a16:creationId xmlns:a16="http://schemas.microsoft.com/office/drawing/2014/main" id="{D6224CA3-7F8E-A991-AB03-D2EB4473399C}"/>
              </a:ext>
            </a:extLst>
          </p:cNvPr>
          <p:cNvSpPr/>
          <p:nvPr/>
        </p:nvSpPr>
        <p:spPr>
          <a:xfrm rot="3460468">
            <a:off x="20154780" y="7921905"/>
            <a:ext cx="77074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245" name="Arrow: Right 1244">
            <a:extLst>
              <a:ext uri="{FF2B5EF4-FFF2-40B4-BE49-F238E27FC236}">
                <a16:creationId xmlns:a16="http://schemas.microsoft.com/office/drawing/2014/main" id="{EEB63BCB-1307-11AD-4F7E-F2EC8517B8D9}"/>
              </a:ext>
            </a:extLst>
          </p:cNvPr>
          <p:cNvSpPr/>
          <p:nvPr/>
        </p:nvSpPr>
        <p:spPr>
          <a:xfrm>
            <a:off x="20328421" y="8449789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246" name="Arrow: Right 1245">
            <a:extLst>
              <a:ext uri="{FF2B5EF4-FFF2-40B4-BE49-F238E27FC236}">
                <a16:creationId xmlns:a16="http://schemas.microsoft.com/office/drawing/2014/main" id="{DCB3D218-64E1-E149-0A81-DAE87A737F68}"/>
              </a:ext>
            </a:extLst>
          </p:cNvPr>
          <p:cNvSpPr/>
          <p:nvPr/>
        </p:nvSpPr>
        <p:spPr>
          <a:xfrm rot="18016408">
            <a:off x="20134546" y="8993015"/>
            <a:ext cx="883050" cy="102690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sp>
        <p:nvSpPr>
          <p:cNvPr id="1247" name="TextBox 1246">
            <a:extLst>
              <a:ext uri="{FF2B5EF4-FFF2-40B4-BE49-F238E27FC236}">
                <a16:creationId xmlns:a16="http://schemas.microsoft.com/office/drawing/2014/main" id="{9BD5E729-84A5-EF4D-82D1-D50B14BEABF8}"/>
              </a:ext>
            </a:extLst>
          </p:cNvPr>
          <p:cNvSpPr txBox="1"/>
          <p:nvPr/>
        </p:nvSpPr>
        <p:spPr>
          <a:xfrm>
            <a:off x="19728299" y="7989805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graphicFrame>
        <p:nvGraphicFramePr>
          <p:cNvPr id="1251" name="Table 1250">
            <a:extLst>
              <a:ext uri="{FF2B5EF4-FFF2-40B4-BE49-F238E27FC236}">
                <a16:creationId xmlns:a16="http://schemas.microsoft.com/office/drawing/2014/main" id="{9E868E99-B6A1-ECBF-5CAF-FBCC27E40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8628213"/>
              </p:ext>
            </p:extLst>
          </p:nvPr>
        </p:nvGraphicFramePr>
        <p:xfrm>
          <a:off x="23600910" y="7594782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95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2" name="Table 1251">
            <a:extLst>
              <a:ext uri="{FF2B5EF4-FFF2-40B4-BE49-F238E27FC236}">
                <a16:creationId xmlns:a16="http://schemas.microsoft.com/office/drawing/2014/main" id="{7F787657-A002-60AB-6C94-93FC45E140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0125510"/>
              </p:ext>
            </p:extLst>
          </p:nvPr>
        </p:nvGraphicFramePr>
        <p:xfrm>
          <a:off x="24061284" y="7594782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CA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sp>
        <p:nvSpPr>
          <p:cNvPr id="1253" name="Arrow: Right 1252">
            <a:extLst>
              <a:ext uri="{FF2B5EF4-FFF2-40B4-BE49-F238E27FC236}">
                <a16:creationId xmlns:a16="http://schemas.microsoft.com/office/drawing/2014/main" id="{50275093-0C0F-12AB-15BB-F97077DE2D45}"/>
              </a:ext>
            </a:extLst>
          </p:cNvPr>
          <p:cNvSpPr/>
          <p:nvPr/>
        </p:nvSpPr>
        <p:spPr>
          <a:xfrm>
            <a:off x="22931921" y="8443439"/>
            <a:ext cx="500610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p:graphicFrame>
        <p:nvGraphicFramePr>
          <p:cNvPr id="1254" name="Table 1253">
            <a:extLst>
              <a:ext uri="{FF2B5EF4-FFF2-40B4-BE49-F238E27FC236}">
                <a16:creationId xmlns:a16="http://schemas.microsoft.com/office/drawing/2014/main" id="{22CA339B-632A-72A7-30F2-9CCE9C36CB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80372"/>
              </p:ext>
            </p:extLst>
          </p:nvPr>
        </p:nvGraphicFramePr>
        <p:xfrm>
          <a:off x="23596148" y="811728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5" name="Table 1254">
            <a:extLst>
              <a:ext uri="{FF2B5EF4-FFF2-40B4-BE49-F238E27FC236}">
                <a16:creationId xmlns:a16="http://schemas.microsoft.com/office/drawing/2014/main" id="{7A4DD399-BACB-5909-6170-92692A58D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814554"/>
              </p:ext>
            </p:extLst>
          </p:nvPr>
        </p:nvGraphicFramePr>
        <p:xfrm>
          <a:off x="24056522" y="811728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6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6" name="Table 1255">
            <a:extLst>
              <a:ext uri="{FF2B5EF4-FFF2-40B4-BE49-F238E27FC236}">
                <a16:creationId xmlns:a16="http://schemas.microsoft.com/office/drawing/2014/main" id="{B2FCDC3D-CADB-77D2-0498-136210193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214929"/>
              </p:ext>
            </p:extLst>
          </p:nvPr>
        </p:nvGraphicFramePr>
        <p:xfrm>
          <a:off x="23596148" y="861575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4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7" name="Table 1256">
            <a:extLst>
              <a:ext uri="{FF2B5EF4-FFF2-40B4-BE49-F238E27FC236}">
                <a16:creationId xmlns:a16="http://schemas.microsoft.com/office/drawing/2014/main" id="{3B6E83B3-C917-9E32-CEA2-38B5E772D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218861"/>
              </p:ext>
            </p:extLst>
          </p:nvPr>
        </p:nvGraphicFramePr>
        <p:xfrm>
          <a:off x="24056522" y="861575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E2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8" name="Table 1257">
            <a:extLst>
              <a:ext uri="{FF2B5EF4-FFF2-40B4-BE49-F238E27FC236}">
                <a16:creationId xmlns:a16="http://schemas.microsoft.com/office/drawing/2014/main" id="{69FEB2FE-550B-C4A1-B4A6-A6CC282CF8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147417"/>
              </p:ext>
            </p:extLst>
          </p:nvPr>
        </p:nvGraphicFramePr>
        <p:xfrm>
          <a:off x="23596148" y="910629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6E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graphicFrame>
        <p:nvGraphicFramePr>
          <p:cNvPr id="1259" name="Table 1258">
            <a:extLst>
              <a:ext uri="{FF2B5EF4-FFF2-40B4-BE49-F238E27FC236}">
                <a16:creationId xmlns:a16="http://schemas.microsoft.com/office/drawing/2014/main" id="{9EA0D0C2-36E6-E180-BCFC-F46EB4603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304711"/>
              </p:ext>
            </p:extLst>
          </p:nvPr>
        </p:nvGraphicFramePr>
        <p:xfrm>
          <a:off x="24056522" y="9106298"/>
          <a:ext cx="3749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">
                  <a:extLst>
                    <a:ext uri="{9D8B030D-6E8A-4147-A177-3AD203B41FA5}">
                      <a16:colId xmlns:a16="http://schemas.microsoft.com/office/drawing/2014/main" val="2550798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9E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137407"/>
                  </a:ext>
                </a:extLst>
              </a:tr>
            </a:tbl>
          </a:graphicData>
        </a:graphic>
      </p:graphicFrame>
      <p:sp>
        <p:nvSpPr>
          <p:cNvPr id="1260" name="TextBox 1259">
            <a:extLst>
              <a:ext uri="{FF2B5EF4-FFF2-40B4-BE49-F238E27FC236}">
                <a16:creationId xmlns:a16="http://schemas.microsoft.com/office/drawing/2014/main" id="{82DC65B5-9CEF-1CC2-9DEE-B2D7B781D8BF}"/>
              </a:ext>
            </a:extLst>
          </p:cNvPr>
          <p:cNvSpPr txBox="1"/>
          <p:nvPr/>
        </p:nvSpPr>
        <p:spPr>
          <a:xfrm>
            <a:off x="19468512" y="9834348"/>
            <a:ext cx="4944064" cy="95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Divergence Of Similar Pairs in Space</a:t>
            </a:r>
          </a:p>
        </p:txBody>
      </p:sp>
      <p:sp>
        <p:nvSpPr>
          <p:cNvPr id="1261" name="Rectangle: Rounded Corners 1260">
            <a:extLst>
              <a:ext uri="{FF2B5EF4-FFF2-40B4-BE49-F238E27FC236}">
                <a16:creationId xmlns:a16="http://schemas.microsoft.com/office/drawing/2014/main" id="{DAE438B5-774B-6A4C-5AA5-44BCF58CFA4A}"/>
              </a:ext>
            </a:extLst>
          </p:cNvPr>
          <p:cNvSpPr/>
          <p:nvPr/>
        </p:nvSpPr>
        <p:spPr>
          <a:xfrm>
            <a:off x="5788416" y="565226"/>
            <a:ext cx="6670116" cy="2864892"/>
          </a:xfrm>
          <a:prstGeom prst="roundRect">
            <a:avLst>
              <a:gd name="adj" fmla="val 6239"/>
            </a:avLst>
          </a:prstGeom>
          <a:solidFill>
            <a:srgbClr val="FFE5E5"/>
          </a:solidFill>
          <a:ln w="28575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90" dirty="0"/>
          </a:p>
        </p:txBody>
      </p:sp>
      <p:sp>
        <p:nvSpPr>
          <p:cNvPr id="1262" name="TextBox 1261">
            <a:extLst>
              <a:ext uri="{FF2B5EF4-FFF2-40B4-BE49-F238E27FC236}">
                <a16:creationId xmlns:a16="http://schemas.microsoft.com/office/drawing/2014/main" id="{1B85DF34-2B2D-E6F6-12A3-2DABD88838F1}"/>
              </a:ext>
            </a:extLst>
          </p:cNvPr>
          <p:cNvSpPr txBox="1"/>
          <p:nvPr/>
        </p:nvSpPr>
        <p:spPr>
          <a:xfrm>
            <a:off x="5803794" y="541289"/>
            <a:ext cx="5333448" cy="5216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9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Space Reconstructor (PSR)</a:t>
            </a:r>
          </a:p>
        </p:txBody>
      </p:sp>
      <p:graphicFrame>
        <p:nvGraphicFramePr>
          <p:cNvPr id="1263" name="Table 1262">
            <a:extLst>
              <a:ext uri="{FF2B5EF4-FFF2-40B4-BE49-F238E27FC236}">
                <a16:creationId xmlns:a16="http://schemas.microsoft.com/office/drawing/2014/main" id="{E19C1725-E3DA-EC0E-3EA6-79A24BA90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326915"/>
              </p:ext>
            </p:extLst>
          </p:nvPr>
        </p:nvGraphicFramePr>
        <p:xfrm>
          <a:off x="8105256" y="1226582"/>
          <a:ext cx="2434976" cy="33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55052227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</a:tblGrid>
              <a:tr h="33014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264" name="Rectangle: Rounded Corners 1263">
            <a:extLst>
              <a:ext uri="{FF2B5EF4-FFF2-40B4-BE49-F238E27FC236}">
                <a16:creationId xmlns:a16="http://schemas.microsoft.com/office/drawing/2014/main" id="{F737AFB6-9CF0-DCBF-7455-AC75AA5F6D9A}"/>
              </a:ext>
            </a:extLst>
          </p:cNvPr>
          <p:cNvSpPr/>
          <p:nvPr/>
        </p:nvSpPr>
        <p:spPr>
          <a:xfrm>
            <a:off x="6218477" y="1090903"/>
            <a:ext cx="1074186" cy="539330"/>
          </a:xfrm>
          <a:prstGeom prst="roundRect">
            <a:avLst>
              <a:gd name="adj" fmla="val 6239"/>
            </a:avLst>
          </a:prstGeom>
          <a:solidFill>
            <a:schemeClr val="bg1">
              <a:lumMod val="95000"/>
            </a:schemeClr>
          </a:solidFill>
          <a:ln w="28575"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79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APD</a:t>
            </a:r>
          </a:p>
        </p:txBody>
      </p:sp>
      <p:sp>
        <p:nvSpPr>
          <p:cNvPr id="1265" name="Arrow: Right 1264">
            <a:extLst>
              <a:ext uri="{FF2B5EF4-FFF2-40B4-BE49-F238E27FC236}">
                <a16:creationId xmlns:a16="http://schemas.microsoft.com/office/drawing/2014/main" id="{28375DE6-4E9B-6A2C-0427-C1D21833946F}"/>
              </a:ext>
            </a:extLst>
          </p:cNvPr>
          <p:cNvSpPr/>
          <p:nvPr/>
        </p:nvSpPr>
        <p:spPr>
          <a:xfrm rot="5400000">
            <a:off x="6391940" y="2063381"/>
            <a:ext cx="756368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66" name="TextBox 1265">
                <a:extLst>
                  <a:ext uri="{FF2B5EF4-FFF2-40B4-BE49-F238E27FC236}">
                    <a16:creationId xmlns:a16="http://schemas.microsoft.com/office/drawing/2014/main" id="{7931E88E-6AEF-B389-71CB-FE22756BAD5A}"/>
                  </a:ext>
                </a:extLst>
              </p:cNvPr>
              <p:cNvSpPr txBox="1"/>
              <p:nvPr/>
            </p:nvSpPr>
            <p:spPr>
              <a:xfrm>
                <a:off x="5886754" y="1790930"/>
                <a:ext cx="17071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𝒎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𝟑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66" name="TextBox 1265">
                <a:extLst>
                  <a:ext uri="{FF2B5EF4-FFF2-40B4-BE49-F238E27FC236}">
                    <a16:creationId xmlns:a16="http://schemas.microsoft.com/office/drawing/2014/main" id="{7931E88E-6AEF-B389-71CB-FE22756BA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6754" y="1790930"/>
                <a:ext cx="1707134" cy="400110"/>
              </a:xfrm>
              <a:prstGeom prst="rect">
                <a:avLst/>
              </a:prstGeom>
              <a:blipFill>
                <a:blip r:embed="rId6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9" name="Arrow: Right 1268">
            <a:extLst>
              <a:ext uri="{FF2B5EF4-FFF2-40B4-BE49-F238E27FC236}">
                <a16:creationId xmlns:a16="http://schemas.microsoft.com/office/drawing/2014/main" id="{B49B7117-312F-E2A1-A850-D8F9DA0F0FD5}"/>
              </a:ext>
            </a:extLst>
          </p:cNvPr>
          <p:cNvSpPr/>
          <p:nvPr/>
        </p:nvSpPr>
        <p:spPr>
          <a:xfrm rot="5400000">
            <a:off x="9082906" y="1811047"/>
            <a:ext cx="479668" cy="98766"/>
          </a:xfrm>
          <a:prstGeom prst="rightArrow">
            <a:avLst>
              <a:gd name="adj1" fmla="val 28497"/>
              <a:gd name="adj2" fmla="val 69382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9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70" name="Rectangle: Rounded Corners 1269">
                <a:extLst>
                  <a:ext uri="{FF2B5EF4-FFF2-40B4-BE49-F238E27FC236}">
                    <a16:creationId xmlns:a16="http://schemas.microsoft.com/office/drawing/2014/main" id="{B35EDB56-E517-87D2-468C-60E1A0E2221E}"/>
                  </a:ext>
                </a:extLst>
              </p:cNvPr>
              <p:cNvSpPr/>
              <p:nvPr/>
            </p:nvSpPr>
            <p:spPr>
              <a:xfrm>
                <a:off x="5985595" y="2563255"/>
                <a:ext cx="1588070" cy="539330"/>
              </a:xfrm>
              <a:prstGeom prst="roundRect">
                <a:avLst>
                  <a:gd name="adj" fmla="val 6239"/>
                </a:avLst>
              </a:prstGeom>
              <a:solidFill>
                <a:schemeClr val="bg1">
                  <a:lumMod val="95000"/>
                </a:schemeClr>
              </a:solid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2790" b="1" i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790" b="1" dirty="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APD</m:t>
                              </m:r>
                            </m:e>
                          </m:d>
                        </m:e>
                        <m:sub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𝒎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790" b="1" i="1" dirty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𝝉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70" name="Rectangle: Rounded Corners 1269">
                <a:extLst>
                  <a:ext uri="{FF2B5EF4-FFF2-40B4-BE49-F238E27FC236}">
                    <a16:creationId xmlns:a16="http://schemas.microsoft.com/office/drawing/2014/main" id="{B35EDB56-E517-87D2-468C-60E1A0E222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5595" y="2563255"/>
                <a:ext cx="1588070" cy="539330"/>
              </a:xfrm>
              <a:prstGeom prst="roundRect">
                <a:avLst>
                  <a:gd name="adj" fmla="val 6239"/>
                </a:avLst>
              </a:prstGeom>
              <a:blipFill>
                <a:blip r:embed="rId62"/>
                <a:stretch>
                  <a:fillRect/>
                </a:stretch>
              </a:blipFill>
              <a:ln w="28575">
                <a:prstDash val="soli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73" name="Table 1272">
            <a:extLst>
              <a:ext uri="{FF2B5EF4-FFF2-40B4-BE49-F238E27FC236}">
                <a16:creationId xmlns:a16="http://schemas.microsoft.com/office/drawing/2014/main" id="{F7F69FD9-DF75-5B0D-6F12-213B6DBDC3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922496"/>
              </p:ext>
            </p:extLst>
          </p:nvPr>
        </p:nvGraphicFramePr>
        <p:xfrm>
          <a:off x="8106074" y="2847156"/>
          <a:ext cx="2434976" cy="33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55052227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</a:tblGrid>
              <a:tr h="33014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276" name="TextBox 1275">
            <a:extLst>
              <a:ext uri="{FF2B5EF4-FFF2-40B4-BE49-F238E27FC236}">
                <a16:creationId xmlns:a16="http://schemas.microsoft.com/office/drawing/2014/main" id="{FFCFD4AA-882F-09D7-F92D-B6B053E3D03C}"/>
              </a:ext>
            </a:extLst>
          </p:cNvPr>
          <p:cNvSpPr txBox="1"/>
          <p:nvPr/>
        </p:nvSpPr>
        <p:spPr>
          <a:xfrm>
            <a:off x="10535001" y="2569550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  <p:graphicFrame>
        <p:nvGraphicFramePr>
          <p:cNvPr id="1277" name="Table 1276">
            <a:extLst>
              <a:ext uri="{FF2B5EF4-FFF2-40B4-BE49-F238E27FC236}">
                <a16:creationId xmlns:a16="http://schemas.microsoft.com/office/drawing/2014/main" id="{A59CEF4F-4ACE-9D4E-79B4-E87B4DB6E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47564"/>
              </p:ext>
            </p:extLst>
          </p:nvPr>
        </p:nvGraphicFramePr>
        <p:xfrm>
          <a:off x="8105468" y="2515392"/>
          <a:ext cx="2434976" cy="33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2280322861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692974"/>
                    </a:ext>
                  </a:extLst>
                </a:gridCol>
              </a:tblGrid>
              <a:tr h="330148">
                <a:tc>
                  <a:txBody>
                    <a:bodyPr/>
                    <a:lstStyle/>
                    <a:p>
                      <a:endParaRPr lang="en-US" sz="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graphicFrame>
        <p:nvGraphicFramePr>
          <p:cNvPr id="1278" name="Table 1277">
            <a:extLst>
              <a:ext uri="{FF2B5EF4-FFF2-40B4-BE49-F238E27FC236}">
                <a16:creationId xmlns:a16="http://schemas.microsoft.com/office/drawing/2014/main" id="{CAAF9B9E-5102-2F2A-9AFD-EF1A7DD573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422585"/>
              </p:ext>
            </p:extLst>
          </p:nvPr>
        </p:nvGraphicFramePr>
        <p:xfrm>
          <a:off x="8105254" y="2177928"/>
          <a:ext cx="2434976" cy="330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72">
                  <a:extLst>
                    <a:ext uri="{9D8B030D-6E8A-4147-A177-3AD203B41FA5}">
                      <a16:colId xmlns:a16="http://schemas.microsoft.com/office/drawing/2014/main" val="4081589939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93465095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63845210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817684656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796948953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187166808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40692974"/>
                    </a:ext>
                  </a:extLst>
                </a:gridCol>
                <a:gridCol w="304372">
                  <a:extLst>
                    <a:ext uri="{9D8B030D-6E8A-4147-A177-3AD203B41FA5}">
                      <a16:colId xmlns:a16="http://schemas.microsoft.com/office/drawing/2014/main" val="2169116286"/>
                    </a:ext>
                  </a:extLst>
                </a:gridCol>
              </a:tblGrid>
              <a:tr h="330148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6B1E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6050686"/>
                  </a:ext>
                </a:extLst>
              </a:tr>
            </a:tbl>
          </a:graphicData>
        </a:graphic>
      </p:graphicFrame>
      <p:sp>
        <p:nvSpPr>
          <p:cNvPr id="1279" name="TextBox 1278">
            <a:extLst>
              <a:ext uri="{FF2B5EF4-FFF2-40B4-BE49-F238E27FC236}">
                <a16:creationId xmlns:a16="http://schemas.microsoft.com/office/drawing/2014/main" id="{6407FAEE-50E9-88C7-E04C-C6DC47C5B35B}"/>
              </a:ext>
            </a:extLst>
          </p:cNvPr>
          <p:cNvSpPr txBox="1"/>
          <p:nvPr/>
        </p:nvSpPr>
        <p:spPr>
          <a:xfrm>
            <a:off x="10535001" y="1275834"/>
            <a:ext cx="42191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● ● ●</a:t>
            </a:r>
          </a:p>
        </p:txBody>
      </p:sp>
    </p:spTree>
    <p:extLst>
      <p:ext uri="{BB962C8B-B14F-4D97-AF65-F5344CB8AC3E}">
        <p14:creationId xmlns:p14="http://schemas.microsoft.com/office/powerpoint/2010/main" val="156328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f0484fb-39aa-440e-a7f6-ce6b10828c5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4E12A0CEF6A047A2ED39F3719482AA" ma:contentTypeVersion="16" ma:contentTypeDescription="Create a new document." ma:contentTypeScope="" ma:versionID="0e1d78e459d7e83271e38b16816bc458">
  <xsd:schema xmlns:xsd="http://www.w3.org/2001/XMLSchema" xmlns:xs="http://www.w3.org/2001/XMLSchema" xmlns:p="http://schemas.microsoft.com/office/2006/metadata/properties" xmlns:ns3="9dd65258-3995-4e6a-8867-aed9b661a0cf" xmlns:ns4="bf0484fb-39aa-440e-a7f6-ce6b10828c56" targetNamespace="http://schemas.microsoft.com/office/2006/metadata/properties" ma:root="true" ma:fieldsID="177a938d7b189453f861ba34050ac94d" ns3:_="" ns4:_="">
    <xsd:import namespace="9dd65258-3995-4e6a-8867-aed9b661a0cf"/>
    <xsd:import namespace="bf0484fb-39aa-440e-a7f6-ce6b10828c5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_activity" minOccurs="0"/>
                <xsd:element ref="ns4:MediaServiceMetadata" minOccurs="0"/>
                <xsd:element ref="ns4:MediaServiceFastMetadata" minOccurs="0"/>
                <xsd:element ref="ns4:MediaServiceObjectDetectorVersion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DateTaken" minOccurs="0"/>
                <xsd:element ref="ns4:MediaLengthInSeconds" minOccurs="0"/>
                <xsd:element ref="ns4:MediaServiceLocation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d65258-3995-4e6a-8867-aed9b661a0c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0484fb-39aa-440e-a7f6-ce6b10828c56" elementFormDefault="qualified">
    <xsd:import namespace="http://schemas.microsoft.com/office/2006/documentManagement/types"/>
    <xsd:import namespace="http://schemas.microsoft.com/office/infopath/2007/PartnerControls"/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6CBD86-C09C-470A-88E8-4B08832346BE}">
  <ds:schemaRefs>
    <ds:schemaRef ds:uri="http://schemas.microsoft.com/office/infopath/2007/PartnerControls"/>
    <ds:schemaRef ds:uri="http://schemas.microsoft.com/office/2006/documentManagement/types"/>
    <ds:schemaRef ds:uri="bf0484fb-39aa-440e-a7f6-ce6b10828c56"/>
    <ds:schemaRef ds:uri="9dd65258-3995-4e6a-8867-aed9b661a0cf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9FCC86B-1F9D-4A3C-8003-88B96C4693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d65258-3995-4e6a-8867-aed9b661a0cf"/>
    <ds:schemaRef ds:uri="bf0484fb-39aa-440e-a7f6-ce6b10828c5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04957A-1A48-4EA0-8205-DDDFF95B0C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</TotalTime>
  <Words>250</Words>
  <Application>Microsoft Office PowerPoint</Application>
  <PresentationFormat>Custom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HGGothicE</vt:lpstr>
      <vt:lpstr>Aptos</vt:lpstr>
      <vt:lpstr>Aptos Display</vt:lpstr>
      <vt:lpstr>Arial</vt:lpstr>
      <vt:lpstr>Cambria Math</vt:lpstr>
      <vt:lpstr>Times New Roman</vt:lpstr>
      <vt:lpstr>Univers</vt:lpstr>
      <vt:lpstr>Office Theme</vt:lpstr>
      <vt:lpstr>PowerPoint Presentation</vt:lpstr>
    </vt:vector>
  </TitlesOfParts>
  <Company>Georgia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An, Xiaodong</dc:creator>
  <cp:lastModifiedBy>An, Xiaodong</cp:lastModifiedBy>
  <cp:revision>7</cp:revision>
  <dcterms:created xsi:type="dcterms:W3CDTF">2025-11-19T19:48:52Z</dcterms:created>
  <dcterms:modified xsi:type="dcterms:W3CDTF">2025-11-20T21:34:05Z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0x0101006A4E12A0CEF6A047A2ED39F3719482AA</vt:lpwstr>
  </property>
</Properties>
</file>