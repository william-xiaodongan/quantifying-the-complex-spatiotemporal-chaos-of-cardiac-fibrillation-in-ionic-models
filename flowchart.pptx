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"/>
  </p:notesMasterIdLst>
  <p:sldIdLst>
    <p:sldId id="257" r:id="rId5"/>
  </p:sldIdLst>
  <p:sldSz cx="19110325" cy="9236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09" userDrawn="1">
          <p15:clr>
            <a:srgbClr val="A4A3A4"/>
          </p15:clr>
        </p15:guide>
        <p15:guide id="2" pos="60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CF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1907C-C93B-4E1A-A96D-58F65D9A539C}" v="259" dt="2025-11-19T22:17: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378" y="108"/>
      </p:cViewPr>
      <p:guideLst>
        <p:guide orient="horz" pos="2909"/>
        <p:guide pos="601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D860-6EA9-4119-A999-7E65F9394C29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538" y="1143000"/>
            <a:ext cx="6384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62E4E-FD9A-47D0-96B9-D05EB556C5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1pPr>
    <a:lvl2pPr marL="680144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2pPr>
    <a:lvl3pPr marL="1360291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3pPr>
    <a:lvl4pPr marL="2040435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4pPr>
    <a:lvl5pPr marL="2720580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5pPr>
    <a:lvl6pPr marL="3400725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6pPr>
    <a:lvl7pPr marL="4080871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7pPr>
    <a:lvl8pPr marL="4761015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8pPr>
    <a:lvl9pPr marL="5441161" algn="l" defTabSz="1360291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88791" y="1511553"/>
            <a:ext cx="14332744" cy="3215522"/>
          </a:xfrm>
        </p:spPr>
        <p:txBody>
          <a:bodyPr anchor="b"/>
          <a:lstStyle>
            <a:lvl1pPr algn="ctr">
              <a:defRPr sz="8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8791" y="4851078"/>
            <a:ext cx="14332744" cy="2229913"/>
          </a:xfrm>
        </p:spPr>
        <p:txBody>
          <a:bodyPr/>
          <a:lstStyle>
            <a:lvl1pPr marL="0" indent="0" algn="ctr">
              <a:buNone/>
              <a:defRPr sz="3232"/>
            </a:lvl1pPr>
            <a:lvl2pPr marL="615757" indent="0" algn="ctr">
              <a:buNone/>
              <a:defRPr sz="2694"/>
            </a:lvl2pPr>
            <a:lvl3pPr marL="1231514" indent="0" algn="ctr">
              <a:buNone/>
              <a:defRPr sz="2424"/>
            </a:lvl3pPr>
            <a:lvl4pPr marL="1847271" indent="0" algn="ctr">
              <a:buNone/>
              <a:defRPr sz="2155"/>
            </a:lvl4pPr>
            <a:lvl5pPr marL="2463028" indent="0" algn="ctr">
              <a:buNone/>
              <a:defRPr sz="2155"/>
            </a:lvl5pPr>
            <a:lvl6pPr marL="3078785" indent="0" algn="ctr">
              <a:buNone/>
              <a:defRPr sz="2155"/>
            </a:lvl6pPr>
            <a:lvl7pPr marL="3694542" indent="0" algn="ctr">
              <a:buNone/>
              <a:defRPr sz="2155"/>
            </a:lvl7pPr>
            <a:lvl8pPr marL="4310299" indent="0" algn="ctr">
              <a:buNone/>
              <a:defRPr sz="2155"/>
            </a:lvl8pPr>
            <a:lvl9pPr marL="4926056" indent="0" algn="ctr">
              <a:buNone/>
              <a:defRPr sz="215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4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30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82" y="2302606"/>
            <a:ext cx="16482655" cy="3841950"/>
          </a:xfrm>
        </p:spPr>
        <p:txBody>
          <a:bodyPr anchor="b"/>
          <a:lstStyle>
            <a:lvl1pPr>
              <a:defRPr sz="8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82" y="6180902"/>
            <a:ext cx="16482655" cy="2020391"/>
          </a:xfrm>
        </p:spPr>
        <p:txBody>
          <a:bodyPr/>
          <a:lstStyle>
            <a:lvl1pPr marL="0" indent="0">
              <a:buNone/>
              <a:defRPr sz="3232">
                <a:solidFill>
                  <a:schemeClr val="tx1">
                    <a:tint val="82000"/>
                  </a:schemeClr>
                </a:solidFill>
              </a:defRPr>
            </a:lvl1pPr>
            <a:lvl2pPr marL="615757" indent="0">
              <a:buNone/>
              <a:defRPr sz="2694">
                <a:solidFill>
                  <a:schemeClr val="tx1">
                    <a:tint val="82000"/>
                  </a:schemeClr>
                </a:solidFill>
              </a:defRPr>
            </a:lvl2pPr>
            <a:lvl3pPr marL="1231514" indent="0">
              <a:buNone/>
              <a:defRPr sz="2424">
                <a:solidFill>
                  <a:schemeClr val="tx1">
                    <a:tint val="82000"/>
                  </a:schemeClr>
                </a:solidFill>
              </a:defRPr>
            </a:lvl3pPr>
            <a:lvl4pPr marL="1847271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4pPr>
            <a:lvl5pPr marL="2463028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5pPr>
            <a:lvl6pPr marL="3078785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6pPr>
            <a:lvl7pPr marL="3694542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7pPr>
            <a:lvl8pPr marL="4310299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8pPr>
            <a:lvl9pPr marL="4926056" indent="0">
              <a:buNone/>
              <a:defRPr sz="215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19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3835" y="2458677"/>
            <a:ext cx="8121888" cy="586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74602" y="2458677"/>
            <a:ext cx="8121888" cy="586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1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4" y="491736"/>
            <a:ext cx="16482655" cy="178521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6325" y="2264122"/>
            <a:ext cx="8084562" cy="1109611"/>
          </a:xfrm>
        </p:spPr>
        <p:txBody>
          <a:bodyPr anchor="b"/>
          <a:lstStyle>
            <a:lvl1pPr marL="0" indent="0">
              <a:buNone/>
              <a:defRPr sz="3232" b="1"/>
            </a:lvl1pPr>
            <a:lvl2pPr marL="615757" indent="0">
              <a:buNone/>
              <a:defRPr sz="2694" b="1"/>
            </a:lvl2pPr>
            <a:lvl3pPr marL="1231514" indent="0">
              <a:buNone/>
              <a:defRPr sz="2424" b="1"/>
            </a:lvl3pPr>
            <a:lvl4pPr marL="1847271" indent="0">
              <a:buNone/>
              <a:defRPr sz="2155" b="1"/>
            </a:lvl4pPr>
            <a:lvl5pPr marL="2463028" indent="0">
              <a:buNone/>
              <a:defRPr sz="2155" b="1"/>
            </a:lvl5pPr>
            <a:lvl6pPr marL="3078785" indent="0">
              <a:buNone/>
              <a:defRPr sz="2155" b="1"/>
            </a:lvl6pPr>
            <a:lvl7pPr marL="3694542" indent="0">
              <a:buNone/>
              <a:defRPr sz="2155" b="1"/>
            </a:lvl7pPr>
            <a:lvl8pPr marL="4310299" indent="0">
              <a:buNone/>
              <a:defRPr sz="2155" b="1"/>
            </a:lvl8pPr>
            <a:lvl9pPr marL="4926056" indent="0">
              <a:buNone/>
              <a:defRPr sz="21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6325" y="3373733"/>
            <a:ext cx="8084562" cy="4962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74602" y="2264122"/>
            <a:ext cx="8124377" cy="1109611"/>
          </a:xfrm>
        </p:spPr>
        <p:txBody>
          <a:bodyPr anchor="b"/>
          <a:lstStyle>
            <a:lvl1pPr marL="0" indent="0">
              <a:buNone/>
              <a:defRPr sz="3232" b="1"/>
            </a:lvl1pPr>
            <a:lvl2pPr marL="615757" indent="0">
              <a:buNone/>
              <a:defRPr sz="2694" b="1"/>
            </a:lvl2pPr>
            <a:lvl3pPr marL="1231514" indent="0">
              <a:buNone/>
              <a:defRPr sz="2424" b="1"/>
            </a:lvl3pPr>
            <a:lvl4pPr marL="1847271" indent="0">
              <a:buNone/>
              <a:defRPr sz="2155" b="1"/>
            </a:lvl4pPr>
            <a:lvl5pPr marL="2463028" indent="0">
              <a:buNone/>
              <a:defRPr sz="2155" b="1"/>
            </a:lvl5pPr>
            <a:lvl6pPr marL="3078785" indent="0">
              <a:buNone/>
              <a:defRPr sz="2155" b="1"/>
            </a:lvl6pPr>
            <a:lvl7pPr marL="3694542" indent="0">
              <a:buNone/>
              <a:defRPr sz="2155" b="1"/>
            </a:lvl7pPr>
            <a:lvl8pPr marL="4310299" indent="0">
              <a:buNone/>
              <a:defRPr sz="2155" b="1"/>
            </a:lvl8pPr>
            <a:lvl9pPr marL="4926056" indent="0">
              <a:buNone/>
              <a:defRPr sz="21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74602" y="3373733"/>
            <a:ext cx="8124377" cy="4962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28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082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23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5" y="615738"/>
            <a:ext cx="6163577" cy="2155084"/>
          </a:xfrm>
        </p:spPr>
        <p:txBody>
          <a:bodyPr anchor="b"/>
          <a:lstStyle>
            <a:lvl1pPr>
              <a:defRPr sz="43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4377" y="1329824"/>
            <a:ext cx="9674602" cy="6563600"/>
          </a:xfrm>
        </p:spPr>
        <p:txBody>
          <a:bodyPr/>
          <a:lstStyle>
            <a:lvl1pPr>
              <a:defRPr sz="4310"/>
            </a:lvl1pPr>
            <a:lvl2pPr>
              <a:defRPr sz="3771"/>
            </a:lvl2pPr>
            <a:lvl3pPr>
              <a:defRPr sz="3232"/>
            </a:lvl3pPr>
            <a:lvl4pPr>
              <a:defRPr sz="2694"/>
            </a:lvl4pPr>
            <a:lvl5pPr>
              <a:defRPr sz="2694"/>
            </a:lvl5pPr>
            <a:lvl6pPr>
              <a:defRPr sz="2694"/>
            </a:lvl6pPr>
            <a:lvl7pPr>
              <a:defRPr sz="2694"/>
            </a:lvl7pPr>
            <a:lvl8pPr>
              <a:defRPr sz="2694"/>
            </a:lvl8pPr>
            <a:lvl9pPr>
              <a:defRPr sz="26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6325" y="2770823"/>
            <a:ext cx="6163577" cy="5133291"/>
          </a:xfrm>
        </p:spPr>
        <p:txBody>
          <a:bodyPr/>
          <a:lstStyle>
            <a:lvl1pPr marL="0" indent="0">
              <a:buNone/>
              <a:defRPr sz="2155"/>
            </a:lvl1pPr>
            <a:lvl2pPr marL="615757" indent="0">
              <a:buNone/>
              <a:defRPr sz="1886"/>
            </a:lvl2pPr>
            <a:lvl3pPr marL="1231514" indent="0">
              <a:buNone/>
              <a:defRPr sz="1616"/>
            </a:lvl3pPr>
            <a:lvl4pPr marL="1847271" indent="0">
              <a:buNone/>
              <a:defRPr sz="1347"/>
            </a:lvl4pPr>
            <a:lvl5pPr marL="2463028" indent="0">
              <a:buNone/>
              <a:defRPr sz="1347"/>
            </a:lvl5pPr>
            <a:lvl6pPr marL="3078785" indent="0">
              <a:buNone/>
              <a:defRPr sz="1347"/>
            </a:lvl6pPr>
            <a:lvl7pPr marL="3694542" indent="0">
              <a:buNone/>
              <a:defRPr sz="1347"/>
            </a:lvl7pPr>
            <a:lvl8pPr marL="4310299" indent="0">
              <a:buNone/>
              <a:defRPr sz="1347"/>
            </a:lvl8pPr>
            <a:lvl9pPr marL="4926056" indent="0">
              <a:buNone/>
              <a:defRPr sz="1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325" y="615738"/>
            <a:ext cx="6163577" cy="2155084"/>
          </a:xfrm>
        </p:spPr>
        <p:txBody>
          <a:bodyPr anchor="b"/>
          <a:lstStyle>
            <a:lvl1pPr>
              <a:defRPr sz="43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77" y="1329824"/>
            <a:ext cx="9674602" cy="6563600"/>
          </a:xfrm>
        </p:spPr>
        <p:txBody>
          <a:bodyPr anchor="t"/>
          <a:lstStyle>
            <a:lvl1pPr marL="0" indent="0">
              <a:buNone/>
              <a:defRPr sz="4310"/>
            </a:lvl1pPr>
            <a:lvl2pPr marL="615757" indent="0">
              <a:buNone/>
              <a:defRPr sz="3771"/>
            </a:lvl2pPr>
            <a:lvl3pPr marL="1231514" indent="0">
              <a:buNone/>
              <a:defRPr sz="3232"/>
            </a:lvl3pPr>
            <a:lvl4pPr marL="1847271" indent="0">
              <a:buNone/>
              <a:defRPr sz="2694"/>
            </a:lvl4pPr>
            <a:lvl5pPr marL="2463028" indent="0">
              <a:buNone/>
              <a:defRPr sz="2694"/>
            </a:lvl5pPr>
            <a:lvl6pPr marL="3078785" indent="0">
              <a:buNone/>
              <a:defRPr sz="2694"/>
            </a:lvl6pPr>
            <a:lvl7pPr marL="3694542" indent="0">
              <a:buNone/>
              <a:defRPr sz="2694"/>
            </a:lvl7pPr>
            <a:lvl8pPr marL="4310299" indent="0">
              <a:buNone/>
              <a:defRPr sz="2694"/>
            </a:lvl8pPr>
            <a:lvl9pPr marL="4926056" indent="0">
              <a:buNone/>
              <a:defRPr sz="269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6325" y="2770823"/>
            <a:ext cx="6163577" cy="5133291"/>
          </a:xfrm>
        </p:spPr>
        <p:txBody>
          <a:bodyPr/>
          <a:lstStyle>
            <a:lvl1pPr marL="0" indent="0">
              <a:buNone/>
              <a:defRPr sz="2155"/>
            </a:lvl1pPr>
            <a:lvl2pPr marL="615757" indent="0">
              <a:buNone/>
              <a:defRPr sz="1886"/>
            </a:lvl2pPr>
            <a:lvl3pPr marL="1231514" indent="0">
              <a:buNone/>
              <a:defRPr sz="1616"/>
            </a:lvl3pPr>
            <a:lvl4pPr marL="1847271" indent="0">
              <a:buNone/>
              <a:defRPr sz="1347"/>
            </a:lvl4pPr>
            <a:lvl5pPr marL="2463028" indent="0">
              <a:buNone/>
              <a:defRPr sz="1347"/>
            </a:lvl5pPr>
            <a:lvl6pPr marL="3078785" indent="0">
              <a:buNone/>
              <a:defRPr sz="1347"/>
            </a:lvl6pPr>
            <a:lvl7pPr marL="3694542" indent="0">
              <a:buNone/>
              <a:defRPr sz="1347"/>
            </a:lvl7pPr>
            <a:lvl8pPr marL="4310299" indent="0">
              <a:buNone/>
              <a:defRPr sz="1347"/>
            </a:lvl8pPr>
            <a:lvl9pPr marL="4926056" indent="0">
              <a:buNone/>
              <a:defRPr sz="1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11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62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75826" y="491735"/>
            <a:ext cx="4120664" cy="78271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3835" y="491735"/>
            <a:ext cx="12123112" cy="78271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351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3835" y="491736"/>
            <a:ext cx="16482655" cy="17852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835" y="2458677"/>
            <a:ext cx="16482655" cy="5860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3835" y="8560474"/>
            <a:ext cx="4299823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30295" y="8560474"/>
            <a:ext cx="6449735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96667" y="8560474"/>
            <a:ext cx="4299823" cy="4917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20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31514" rtl="0" eaLnBrk="1" latinLnBrk="0" hangingPunct="1">
        <a:lnSpc>
          <a:spcPct val="90000"/>
        </a:lnSpc>
        <a:spcBef>
          <a:spcPct val="0"/>
        </a:spcBef>
        <a:buNone/>
        <a:defRPr sz="5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878" indent="-307878" algn="l" defTabSz="1231514" rtl="0" eaLnBrk="1" latinLnBrk="0" hangingPunct="1">
        <a:lnSpc>
          <a:spcPct val="90000"/>
        </a:lnSpc>
        <a:spcBef>
          <a:spcPts val="1347"/>
        </a:spcBef>
        <a:buFont typeface="Arial" panose="020B0604020202020204" pitchFamily="34" charset="0"/>
        <a:buChar char="•"/>
        <a:defRPr sz="3771" kern="1200">
          <a:solidFill>
            <a:schemeClr val="tx1"/>
          </a:solidFill>
          <a:latin typeface="+mn-lt"/>
          <a:ea typeface="+mn-ea"/>
          <a:cs typeface="+mn-cs"/>
        </a:defRPr>
      </a:lvl1pPr>
      <a:lvl2pPr marL="923635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3232" kern="1200">
          <a:solidFill>
            <a:schemeClr val="tx1"/>
          </a:solidFill>
          <a:latin typeface="+mn-lt"/>
          <a:ea typeface="+mn-ea"/>
          <a:cs typeface="+mn-cs"/>
        </a:defRPr>
      </a:lvl2pPr>
      <a:lvl3pPr marL="1539392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694" kern="1200">
          <a:solidFill>
            <a:schemeClr val="tx1"/>
          </a:solidFill>
          <a:latin typeface="+mn-lt"/>
          <a:ea typeface="+mn-ea"/>
          <a:cs typeface="+mn-cs"/>
        </a:defRPr>
      </a:lvl3pPr>
      <a:lvl4pPr marL="2155149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4pPr>
      <a:lvl5pPr marL="2770906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5pPr>
      <a:lvl6pPr marL="3386663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6pPr>
      <a:lvl7pPr marL="4002420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7pPr>
      <a:lvl8pPr marL="4618177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8pPr>
      <a:lvl9pPr marL="5233934" indent="-307878" algn="l" defTabSz="1231514" rtl="0" eaLnBrk="1" latinLnBrk="0" hangingPunct="1">
        <a:lnSpc>
          <a:spcPct val="90000"/>
        </a:lnSpc>
        <a:spcBef>
          <a:spcPts val="673"/>
        </a:spcBef>
        <a:buFont typeface="Arial" panose="020B0604020202020204" pitchFamily="34" charset="0"/>
        <a:buChar char="•"/>
        <a:defRPr sz="24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1pPr>
      <a:lvl2pPr marL="615757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2pPr>
      <a:lvl3pPr marL="1231514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3pPr>
      <a:lvl4pPr marL="1847271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4pPr>
      <a:lvl5pPr marL="2463028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5pPr>
      <a:lvl6pPr marL="3078785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6pPr>
      <a:lvl7pPr marL="3694542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7pPr>
      <a:lvl8pPr marL="4310299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8pPr>
      <a:lvl9pPr marL="4926056" algn="l" defTabSz="1231514" rtl="0" eaLnBrk="1" latinLnBrk="0" hangingPunct="1">
        <a:defRPr sz="24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microsoft.com/office/2007/relationships/hdphoto" Target="../media/hdphoto1.wdp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3703C6-2B33-B815-6E66-DB7D2439B0A2}"/>
              </a:ext>
            </a:extLst>
          </p:cNvPr>
          <p:cNvSpPr/>
          <p:nvPr/>
        </p:nvSpPr>
        <p:spPr>
          <a:xfrm>
            <a:off x="851524" y="391832"/>
            <a:ext cx="4804650" cy="2864892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pic>
        <p:nvPicPr>
          <p:cNvPr id="10" name="Picture 9" descr="A pixelated heart with hands&#10;&#10;AI-generated content may be incorrect.">
            <a:extLst>
              <a:ext uri="{FF2B5EF4-FFF2-40B4-BE49-F238E27FC236}">
                <a16:creationId xmlns:a16="http://schemas.microsoft.com/office/drawing/2014/main" id="{731DB112-D4C7-2AE8-29DA-B5AFE26D7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427" b="89974" l="8301" r="93457">
                        <a14:foregroundMark x1="51367" y1="7031" x2="51367" y2="7031"/>
                        <a14:foregroundMark x1="20215" y1="8724" x2="20215" y2="8724"/>
                        <a14:foregroundMark x1="23340" y1="7878" x2="23340" y2="7878"/>
                        <a14:foregroundMark x1="27734" y1="7487" x2="27734" y2="7487"/>
                        <a14:foregroundMark x1="37695" y1="7487" x2="37695" y2="7487"/>
                        <a14:foregroundMark x1="37695" y1="7487" x2="37695" y2="7487"/>
                        <a14:foregroundMark x1="34570" y1="5404" x2="34570" y2="5404"/>
                        <a14:foregroundMark x1="34570" y1="5404" x2="34570" y2="5404"/>
                        <a14:foregroundMark x1="34570" y1="5404" x2="34570" y2="5404"/>
                        <a14:foregroundMark x1="30859" y1="5404" x2="30859" y2="5404"/>
                        <a14:foregroundMark x1="44531" y1="5404" x2="44531" y2="5404"/>
                        <a14:foregroundMark x1="50781" y1="5794" x2="50781" y2="5794"/>
                        <a14:foregroundMark x1="53906" y1="5794" x2="53906" y2="5794"/>
                        <a14:foregroundMark x1="47656" y1="7487" x2="47656" y2="7487"/>
                        <a14:foregroundMark x1="48242" y1="7031" x2="48242" y2="7031"/>
                        <a14:foregroundMark x1="45801" y1="9570" x2="45801" y2="9570"/>
                        <a14:foregroundMark x1="50098" y1="7487" x2="50098" y2="7487"/>
                        <a14:foregroundMark x1="48242" y1="6250" x2="48242" y2="6250"/>
                        <a14:foregroundMark x1="40137" y1="4557" x2="29590" y2="7487"/>
                        <a14:foregroundMark x1="19629" y1="9570" x2="19629" y2="9570"/>
                        <a14:foregroundMark x1="8398" y1="10352" x2="8398" y2="10352"/>
                        <a14:foregroundMark x1="30859" y1="9961" x2="30859" y2="9961"/>
                        <a14:foregroundMark x1="22070" y1="8724" x2="22070" y2="8724"/>
                        <a14:foregroundMark x1="28320" y1="12891" x2="28320" y2="16992"/>
                        <a14:foregroundMark x1="27051" y1="26563" x2="25195" y2="34049"/>
                        <a14:foregroundMark x1="24609" y1="41927" x2="22754" y2="46484"/>
                        <a14:foregroundMark x1="20215" y1="52734" x2="17773" y2="56901"/>
                        <a14:foregroundMark x1="16504" y1="61849" x2="17773" y2="69336"/>
                        <a14:foregroundMark x1="19629" y1="70964" x2="67676" y2="86328"/>
                        <a14:foregroundMark x1="67676" y1="86328" x2="67773" y2="37109"/>
                        <a14:foregroundMark x1="67773" y1="37109" x2="32813" y2="24544"/>
                        <a14:foregroundMark x1="32813" y1="24544" x2="47656" y2="14128"/>
                        <a14:foregroundMark x1="84375" y1="33203" x2="93457" y2="72331"/>
                        <a14:foregroundMark x1="93457" y1="72331" x2="79980" y2="859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765" y="875989"/>
            <a:ext cx="1587157" cy="23807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2B0C55-6D81-010B-1E25-A6776ACDADE3}"/>
              </a:ext>
            </a:extLst>
          </p:cNvPr>
          <p:cNvSpPr/>
          <p:nvPr/>
        </p:nvSpPr>
        <p:spPr>
          <a:xfrm>
            <a:off x="1538902" y="2043345"/>
            <a:ext cx="662872" cy="6878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4DC00E-602D-6267-B404-53627916B413}"/>
              </a:ext>
            </a:extLst>
          </p:cNvPr>
          <p:cNvCxnSpPr>
            <a:cxnSpLocks/>
          </p:cNvCxnSpPr>
          <p:nvPr/>
        </p:nvCxnSpPr>
        <p:spPr>
          <a:xfrm flipV="1">
            <a:off x="2201773" y="1338631"/>
            <a:ext cx="1839232" cy="704719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C720AE-AE80-FD86-EB55-D2374FAE856E}"/>
              </a:ext>
            </a:extLst>
          </p:cNvPr>
          <p:cNvCxnSpPr>
            <a:cxnSpLocks/>
          </p:cNvCxnSpPr>
          <p:nvPr/>
        </p:nvCxnSpPr>
        <p:spPr>
          <a:xfrm flipV="1">
            <a:off x="2201777" y="2675542"/>
            <a:ext cx="1904589" cy="82313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blue and orange swirls&#10;&#10;AI-generated content may be incorrect.">
            <a:extLst>
              <a:ext uri="{FF2B5EF4-FFF2-40B4-BE49-F238E27FC236}">
                <a16:creationId xmlns:a16="http://schemas.microsoft.com/office/drawing/2014/main" id="{4C60DF95-C189-D3DE-13DA-54541BC1BA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015" y="1338635"/>
            <a:ext cx="1336911" cy="1336911"/>
          </a:xfrm>
          <a:prstGeom prst="roundRect">
            <a:avLst>
              <a:gd name="adj" fmla="val 44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F71F242-0BF6-8D0E-6732-BB5D721164D3}"/>
              </a:ext>
            </a:extLst>
          </p:cNvPr>
          <p:cNvSpPr txBox="1"/>
          <p:nvPr/>
        </p:nvSpPr>
        <p:spPr>
          <a:xfrm>
            <a:off x="863167" y="413420"/>
            <a:ext cx="236154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Simulation</a:t>
            </a: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720340BF-0AC9-6CB0-A0C8-0703256B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492" y="469471"/>
            <a:ext cx="1336911" cy="558488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6D4584-EE74-F7B8-81FC-E3D143C07931}"/>
              </a:ext>
            </a:extLst>
          </p:cNvPr>
          <p:cNvSpPr/>
          <p:nvPr/>
        </p:nvSpPr>
        <p:spPr>
          <a:xfrm>
            <a:off x="6454312" y="391832"/>
            <a:ext cx="11792846" cy="2864892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/>
              <p:nvPr/>
            </p:nvSpPr>
            <p:spPr>
              <a:xfrm>
                <a:off x="6465954" y="413419"/>
                <a:ext cx="3583871" cy="5216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 Data</a:t>
                </a:r>
                <a14:m>
                  <m:oMath xmlns:m="http://schemas.openxmlformats.org/officeDocument/2006/math">
                    <m:r>
                      <a:rPr lang="en-US" sz="2790" b="1" i="1" baseline="-2500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(point </a:t>
                </a:r>
                <a14:m>
                  <m:oMath xmlns:m="http://schemas.openxmlformats.org/officeDocument/2006/math">
                    <m:r>
                      <a:rPr lang="en-US" sz="279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) </a:t>
                </a:r>
                <a:r>
                  <a:rPr lang="en-US" sz="2790" b="1" dirty="0">
                    <a:latin typeface="Univers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790" b="1" dirty="0">
                    <a:latin typeface="HGGothicE" panose="020B0400000000000000" pitchFamily="49" charset="-128"/>
                    <a:ea typeface="HGGothicE" panose="020B0400000000000000" pitchFamily="49" charset="-128"/>
                    <a:cs typeface="Times New Roman" panose="02020603050405020304" pitchFamily="18" charset="0"/>
                  </a:rPr>
                  <a:t> </a:t>
                </a:r>
                <a:endParaRPr lang="en-US" sz="27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5954" y="413419"/>
                <a:ext cx="3583871" cy="521681"/>
              </a:xfrm>
              <a:prstGeom prst="rect">
                <a:avLst/>
              </a:prstGeom>
              <a:blipFill>
                <a:blip r:embed="rId7"/>
                <a:stretch>
                  <a:fillRect l="-3571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Arrow: Right 43">
            <a:extLst>
              <a:ext uri="{FF2B5EF4-FFF2-40B4-BE49-F238E27FC236}">
                <a16:creationId xmlns:a16="http://schemas.microsoft.com/office/drawing/2014/main" id="{D842B008-9AB5-1CF7-4DD4-2AC84D56AF90}"/>
              </a:ext>
            </a:extLst>
          </p:cNvPr>
          <p:cNvSpPr/>
          <p:nvPr/>
        </p:nvSpPr>
        <p:spPr>
          <a:xfrm>
            <a:off x="5745975" y="1752174"/>
            <a:ext cx="630179" cy="144207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FA050-C210-16D5-B39C-61D5660823B2}"/>
              </a:ext>
            </a:extLst>
          </p:cNvPr>
          <p:cNvSpPr txBox="1"/>
          <p:nvPr/>
        </p:nvSpPr>
        <p:spPr>
          <a:xfrm>
            <a:off x="6554022" y="1006443"/>
            <a:ext cx="8390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3F1BCF-095F-CA6E-1712-5FA71F70E7AA}"/>
              </a:ext>
            </a:extLst>
          </p:cNvPr>
          <p:cNvSpPr txBox="1"/>
          <p:nvPr/>
        </p:nvSpPr>
        <p:spPr>
          <a:xfrm>
            <a:off x="6667015" y="1801792"/>
            <a:ext cx="604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A086BC-152B-B4A3-4A54-0557E5314467}"/>
              </a:ext>
            </a:extLst>
          </p:cNvPr>
          <p:cNvSpPr txBox="1"/>
          <p:nvPr/>
        </p:nvSpPr>
        <p:spPr>
          <a:xfrm>
            <a:off x="6558145" y="2647990"/>
            <a:ext cx="1043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step</a:t>
            </a:r>
          </a:p>
        </p:txBody>
      </p:sp>
      <p:sp>
        <p:nvSpPr>
          <p:cNvPr id="48" name="Right Bracket 47">
            <a:extLst>
              <a:ext uri="{FF2B5EF4-FFF2-40B4-BE49-F238E27FC236}">
                <a16:creationId xmlns:a16="http://schemas.microsoft.com/office/drawing/2014/main" id="{F2BD9E04-5420-4873-E3AE-41F15DE4A0F2}"/>
              </a:ext>
            </a:extLst>
          </p:cNvPr>
          <p:cNvSpPr/>
          <p:nvPr/>
        </p:nvSpPr>
        <p:spPr>
          <a:xfrm rot="5400000">
            <a:off x="9100112" y="1534076"/>
            <a:ext cx="175773" cy="2774894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48989-8158-44D6-6318-4802E1F62DC0}"/>
              </a:ext>
            </a:extLst>
          </p:cNvPr>
          <p:cNvSpPr txBox="1"/>
          <p:nvPr/>
        </p:nvSpPr>
        <p:spPr>
          <a:xfrm>
            <a:off x="7650689" y="293975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DBB811-5656-077E-0A31-FBEE853D8BBD}"/>
              </a:ext>
            </a:extLst>
          </p:cNvPr>
          <p:cNvSpPr txBox="1"/>
          <p:nvPr/>
        </p:nvSpPr>
        <p:spPr>
          <a:xfrm>
            <a:off x="10128234" y="2939757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  <p:sp>
        <p:nvSpPr>
          <p:cNvPr id="57" name="Right Bracket 56">
            <a:extLst>
              <a:ext uri="{FF2B5EF4-FFF2-40B4-BE49-F238E27FC236}">
                <a16:creationId xmlns:a16="http://schemas.microsoft.com/office/drawing/2014/main" id="{6880C309-9020-FBDA-01E3-9F8902335090}"/>
              </a:ext>
            </a:extLst>
          </p:cNvPr>
          <p:cNvSpPr/>
          <p:nvPr/>
        </p:nvSpPr>
        <p:spPr>
          <a:xfrm rot="5400000">
            <a:off x="14116328" y="-639750"/>
            <a:ext cx="175773" cy="7122548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23E276-9810-6570-A0DA-9ABE25622CF2}"/>
              </a:ext>
            </a:extLst>
          </p:cNvPr>
          <p:cNvSpPr txBox="1"/>
          <p:nvPr/>
        </p:nvSpPr>
        <p:spPr>
          <a:xfrm>
            <a:off x="17422286" y="2939757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183e4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D4FAE9-C2E4-C527-0C42-2223295E88C1}"/>
              </a:ext>
            </a:extLst>
          </p:cNvPr>
          <p:cNvSpPr txBox="1"/>
          <p:nvPr/>
        </p:nvSpPr>
        <p:spPr>
          <a:xfrm>
            <a:off x="8592616" y="2664358"/>
            <a:ext cx="10254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/>
              <p:nvPr/>
            </p:nvSpPr>
            <p:spPr>
              <a:xfrm>
                <a:off x="11074590" y="2654912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590" y="2654912"/>
                <a:ext cx="470513" cy="356380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4946AA7C-CB48-5A18-7ADE-39BE3F83FF51}"/>
              </a:ext>
            </a:extLst>
          </p:cNvPr>
          <p:cNvCxnSpPr>
            <a:cxnSpLocks/>
          </p:cNvCxnSpPr>
          <p:nvPr/>
        </p:nvCxnSpPr>
        <p:spPr>
          <a:xfrm>
            <a:off x="12062984" y="489624"/>
            <a:ext cx="0" cy="24702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7F7F6CDD-156F-A296-75B1-3B7D59B12BFA}"/>
              </a:ext>
            </a:extLst>
          </p:cNvPr>
          <p:cNvCxnSpPr>
            <a:cxnSpLocks/>
          </p:cNvCxnSpPr>
          <p:nvPr/>
        </p:nvCxnSpPr>
        <p:spPr>
          <a:xfrm>
            <a:off x="14902941" y="500993"/>
            <a:ext cx="0" cy="24702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BA9370D3-32C4-642F-AF64-D81E35437F6B}"/>
              </a:ext>
            </a:extLst>
          </p:cNvPr>
          <p:cNvCxnSpPr>
            <a:cxnSpLocks/>
          </p:cNvCxnSpPr>
          <p:nvPr/>
        </p:nvCxnSpPr>
        <p:spPr>
          <a:xfrm>
            <a:off x="13483898" y="499672"/>
            <a:ext cx="0" cy="24702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47A4D54A-E5C5-EAD5-4D6E-742726AD8112}"/>
              </a:ext>
            </a:extLst>
          </p:cNvPr>
          <p:cNvCxnSpPr>
            <a:cxnSpLocks/>
          </p:cNvCxnSpPr>
          <p:nvPr/>
        </p:nvCxnSpPr>
        <p:spPr>
          <a:xfrm>
            <a:off x="16314783" y="489624"/>
            <a:ext cx="0" cy="24702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/>
              <p:nvPr/>
            </p:nvSpPr>
            <p:spPr>
              <a:xfrm>
                <a:off x="12576506" y="2657516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6506" y="2657516"/>
                <a:ext cx="470513" cy="356380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/>
              <p:nvPr/>
            </p:nvSpPr>
            <p:spPr>
              <a:xfrm>
                <a:off x="14005365" y="2656539"/>
                <a:ext cx="470513" cy="3575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5365" y="2656539"/>
                <a:ext cx="470513" cy="357534"/>
              </a:xfrm>
              <a:prstGeom prst="rect">
                <a:avLst/>
              </a:prstGeom>
              <a:blipFill>
                <a:blip r:embed="rId10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/>
              <p:nvPr/>
            </p:nvSpPr>
            <p:spPr>
              <a:xfrm>
                <a:off x="15390281" y="2656490"/>
                <a:ext cx="470513" cy="3557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90281" y="2656490"/>
                <a:ext cx="470513" cy="355738"/>
              </a:xfrm>
              <a:prstGeom prst="rect">
                <a:avLst/>
              </a:prstGeom>
              <a:blipFill>
                <a:blip r:embed="rId11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/>
              <p:nvPr/>
            </p:nvSpPr>
            <p:spPr>
              <a:xfrm>
                <a:off x="16826315" y="2654832"/>
                <a:ext cx="470513" cy="361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315" y="2654832"/>
                <a:ext cx="470513" cy="361189"/>
              </a:xfrm>
              <a:prstGeom prst="rect">
                <a:avLst/>
              </a:prstGeom>
              <a:blipFill>
                <a:blip r:embed="rId12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8" name="Flowchart: Connector 1057">
            <a:extLst>
              <a:ext uri="{FF2B5EF4-FFF2-40B4-BE49-F238E27FC236}">
                <a16:creationId xmlns:a16="http://schemas.microsoft.com/office/drawing/2014/main" id="{4DDC754D-AEAC-030E-C166-7E928C19AC55}"/>
              </a:ext>
            </a:extLst>
          </p:cNvPr>
          <p:cNvSpPr/>
          <p:nvPr/>
        </p:nvSpPr>
        <p:spPr>
          <a:xfrm>
            <a:off x="5196739" y="1389956"/>
            <a:ext cx="150725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Flowchart: Connector 1058">
            <a:extLst>
              <a:ext uri="{FF2B5EF4-FFF2-40B4-BE49-F238E27FC236}">
                <a16:creationId xmlns:a16="http://schemas.microsoft.com/office/drawing/2014/main" id="{AB2FF581-FDAF-19FB-4997-0B12E9EADCA2}"/>
              </a:ext>
            </a:extLst>
          </p:cNvPr>
          <p:cNvSpPr/>
          <p:nvPr/>
        </p:nvSpPr>
        <p:spPr>
          <a:xfrm>
            <a:off x="9161386" y="639917"/>
            <a:ext cx="150725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62" name="V 1">
            <a:extLst>
              <a:ext uri="{FF2B5EF4-FFF2-40B4-BE49-F238E27FC236}">
                <a16:creationId xmlns:a16="http://schemas.microsoft.com/office/drawing/2014/main" id="{E5D1DF12-9651-FF0B-AD04-2A4C7E0E5F1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80025" y="890245"/>
            <a:ext cx="3920320" cy="630936"/>
          </a:xfrm>
          <a:prstGeom prst="rect">
            <a:avLst/>
          </a:prstGeom>
        </p:spPr>
      </p:pic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81190BD8-39F4-F9D3-1678-F2F9C32EA2AB}"/>
              </a:ext>
            </a:extLst>
          </p:cNvPr>
          <p:cNvCxnSpPr>
            <a:cxnSpLocks/>
          </p:cNvCxnSpPr>
          <p:nvPr/>
        </p:nvCxnSpPr>
        <p:spPr>
          <a:xfrm>
            <a:off x="10644553" y="457534"/>
            <a:ext cx="0" cy="24702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A1E3D48B-F4DA-0586-1B37-59C62EF6F158}"/>
              </a:ext>
            </a:extLst>
          </p:cNvPr>
          <p:cNvSpPr txBox="1"/>
          <p:nvPr/>
        </p:nvSpPr>
        <p:spPr>
          <a:xfrm>
            <a:off x="11857501" y="110074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E9728DF8-6483-954D-6F40-1E151C8A40BA}"/>
              </a:ext>
            </a:extLst>
          </p:cNvPr>
          <p:cNvSpPr txBox="1"/>
          <p:nvPr/>
        </p:nvSpPr>
        <p:spPr>
          <a:xfrm>
            <a:off x="11845440" y="187034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1B6E5C41-1AFB-4434-0562-98D54B2EF52F}"/>
              </a:ext>
            </a:extLst>
          </p:cNvPr>
          <p:cNvSpPr txBox="1"/>
          <p:nvPr/>
        </p:nvSpPr>
        <p:spPr>
          <a:xfrm>
            <a:off x="7291734" y="108535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AC56F13-9511-5EB6-1E91-A87325E67F34}"/>
              </a:ext>
            </a:extLst>
          </p:cNvPr>
          <p:cNvSpPr txBox="1"/>
          <p:nvPr/>
        </p:nvSpPr>
        <p:spPr>
          <a:xfrm>
            <a:off x="7289537" y="187034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84" name="V2">
            <a:extLst>
              <a:ext uri="{FF2B5EF4-FFF2-40B4-BE49-F238E27FC236}">
                <a16:creationId xmlns:a16="http://schemas.microsoft.com/office/drawing/2014/main" id="{C18B0D61-2EB4-CD21-5ADD-D50048D6461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r="72647"/>
          <a:stretch>
            <a:fillRect/>
          </a:stretch>
        </p:blipFill>
        <p:spPr>
          <a:xfrm>
            <a:off x="11982203" y="876848"/>
            <a:ext cx="1282698" cy="630936"/>
          </a:xfrm>
          <a:prstGeom prst="rect">
            <a:avLst/>
          </a:prstGeom>
        </p:spPr>
      </p:pic>
      <p:pic>
        <p:nvPicPr>
          <p:cNvPr id="1085" name="V3">
            <a:extLst>
              <a:ext uri="{FF2B5EF4-FFF2-40B4-BE49-F238E27FC236}">
                <a16:creationId xmlns:a16="http://schemas.microsoft.com/office/drawing/2014/main" id="{78657BC1-EAF9-C6AC-586F-14B75FD794A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26941" r="54176"/>
          <a:stretch>
            <a:fillRect/>
          </a:stretch>
        </p:blipFill>
        <p:spPr>
          <a:xfrm>
            <a:off x="13656707" y="890245"/>
            <a:ext cx="1095135" cy="630936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09062B71-C14A-B111-40D7-B3D286653B62}"/>
              </a:ext>
            </a:extLst>
          </p:cNvPr>
          <p:cNvSpPr txBox="1"/>
          <p:nvPr/>
        </p:nvSpPr>
        <p:spPr>
          <a:xfrm>
            <a:off x="13265689" y="110074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F1A31DE8-889A-77EE-4693-21BEA5A377DF}"/>
              </a:ext>
            </a:extLst>
          </p:cNvPr>
          <p:cNvSpPr txBox="1"/>
          <p:nvPr/>
        </p:nvSpPr>
        <p:spPr>
          <a:xfrm>
            <a:off x="14699241" y="110420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2FCDC34B-04DD-5E4A-261C-84485EA60375}"/>
              </a:ext>
            </a:extLst>
          </p:cNvPr>
          <p:cNvSpPr txBox="1"/>
          <p:nvPr/>
        </p:nvSpPr>
        <p:spPr>
          <a:xfrm>
            <a:off x="16098784" y="110074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93C1D5FD-AE63-1F44-B2A1-49F9EC286AE7}"/>
              </a:ext>
            </a:extLst>
          </p:cNvPr>
          <p:cNvSpPr txBox="1"/>
          <p:nvPr/>
        </p:nvSpPr>
        <p:spPr>
          <a:xfrm>
            <a:off x="16111029" y="1863982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5A189538-AC5A-39D0-C26C-A0F4E478579E}"/>
              </a:ext>
            </a:extLst>
          </p:cNvPr>
          <p:cNvSpPr txBox="1"/>
          <p:nvPr/>
        </p:nvSpPr>
        <p:spPr>
          <a:xfrm>
            <a:off x="14691986" y="1863982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365E2280-A4B6-632C-5948-D5F86823F67A}"/>
              </a:ext>
            </a:extLst>
          </p:cNvPr>
          <p:cNvSpPr txBox="1"/>
          <p:nvPr/>
        </p:nvSpPr>
        <p:spPr>
          <a:xfrm>
            <a:off x="13263870" y="1863982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94" name="V4">
            <a:extLst>
              <a:ext uri="{FF2B5EF4-FFF2-40B4-BE49-F238E27FC236}">
                <a16:creationId xmlns:a16="http://schemas.microsoft.com/office/drawing/2014/main" id="{AFF7DB49-E195-8B03-F6A4-7FF58EAE3AC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842" r="28616"/>
          <a:stretch>
            <a:fillRect/>
          </a:stretch>
        </p:blipFill>
        <p:spPr>
          <a:xfrm>
            <a:off x="15089296" y="885302"/>
            <a:ext cx="1074389" cy="630936"/>
          </a:xfrm>
          <a:prstGeom prst="rect">
            <a:avLst/>
          </a:prstGeom>
        </p:spPr>
      </p:pic>
      <p:pic>
        <p:nvPicPr>
          <p:cNvPr id="1096" name="V5">
            <a:extLst>
              <a:ext uri="{FF2B5EF4-FFF2-40B4-BE49-F238E27FC236}">
                <a16:creationId xmlns:a16="http://schemas.microsoft.com/office/drawing/2014/main" id="{864972B0-0C7F-220A-3BAE-EDF430F9958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71634" r="3072"/>
          <a:stretch>
            <a:fillRect/>
          </a:stretch>
        </p:blipFill>
        <p:spPr>
          <a:xfrm>
            <a:off x="16518483" y="885302"/>
            <a:ext cx="1247004" cy="630936"/>
          </a:xfrm>
          <a:prstGeom prst="rect">
            <a:avLst/>
          </a:prstGeom>
        </p:spPr>
      </p:pic>
      <p:pic>
        <p:nvPicPr>
          <p:cNvPr id="1133" name="APD1">
            <a:extLst>
              <a:ext uri="{FF2B5EF4-FFF2-40B4-BE49-F238E27FC236}">
                <a16:creationId xmlns:a16="http://schemas.microsoft.com/office/drawing/2014/main" id="{8D921A0F-7D47-894B-F915-9CEC8A1E548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676089" y="1592251"/>
            <a:ext cx="4200013" cy="685800"/>
          </a:xfrm>
          <a:prstGeom prst="rect">
            <a:avLst/>
          </a:prstGeom>
        </p:spPr>
      </p:pic>
      <p:pic>
        <p:nvPicPr>
          <p:cNvPr id="1135" name="APD2">
            <a:extLst>
              <a:ext uri="{FF2B5EF4-FFF2-40B4-BE49-F238E27FC236}">
                <a16:creationId xmlns:a16="http://schemas.microsoft.com/office/drawing/2014/main" id="{0356A2DD-EFAA-0AAE-26CC-7582D298755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2347703" y="1664190"/>
            <a:ext cx="856603" cy="685800"/>
          </a:xfrm>
          <a:prstGeom prst="rect">
            <a:avLst/>
          </a:prstGeom>
        </p:spPr>
      </p:pic>
      <p:pic>
        <p:nvPicPr>
          <p:cNvPr id="1137" name="APD3">
            <a:extLst>
              <a:ext uri="{FF2B5EF4-FFF2-40B4-BE49-F238E27FC236}">
                <a16:creationId xmlns:a16="http://schemas.microsoft.com/office/drawing/2014/main" id="{AEA3C279-34DA-6F57-7D57-04837B82C98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664460" y="1553481"/>
            <a:ext cx="1092104" cy="685800"/>
          </a:xfrm>
          <a:prstGeom prst="rect">
            <a:avLst/>
          </a:prstGeom>
        </p:spPr>
      </p:pic>
      <p:pic>
        <p:nvPicPr>
          <p:cNvPr id="1139" name="APD4">
            <a:extLst>
              <a:ext uri="{FF2B5EF4-FFF2-40B4-BE49-F238E27FC236}">
                <a16:creationId xmlns:a16="http://schemas.microsoft.com/office/drawing/2014/main" id="{A56BF377-886B-4FF7-FECB-10517FEE2B8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034589" y="1828374"/>
            <a:ext cx="1129093" cy="685800"/>
          </a:xfrm>
          <a:prstGeom prst="rect">
            <a:avLst/>
          </a:prstGeom>
        </p:spPr>
      </p:pic>
      <p:pic>
        <p:nvPicPr>
          <p:cNvPr id="1143" name="APD5">
            <a:extLst>
              <a:ext uri="{FF2B5EF4-FFF2-40B4-BE49-F238E27FC236}">
                <a16:creationId xmlns:a16="http://schemas.microsoft.com/office/drawing/2014/main" id="{DA92AE34-3253-1DF3-B4B2-C7C37FEBCBFC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6516664" y="1824277"/>
            <a:ext cx="1092104" cy="685800"/>
          </a:xfrm>
          <a:prstGeom prst="rect">
            <a:avLst/>
          </a:prstGeom>
        </p:spPr>
      </p:pic>
      <p:sp>
        <p:nvSpPr>
          <p:cNvPr id="1144" name="Rectangle: Rounded Corners 1143">
            <a:extLst>
              <a:ext uri="{FF2B5EF4-FFF2-40B4-BE49-F238E27FC236}">
                <a16:creationId xmlns:a16="http://schemas.microsoft.com/office/drawing/2014/main" id="{685E78C0-45F4-3CF7-072A-65EE9825A70E}"/>
              </a:ext>
            </a:extLst>
          </p:cNvPr>
          <p:cNvSpPr/>
          <p:nvPr/>
        </p:nvSpPr>
        <p:spPr>
          <a:xfrm>
            <a:off x="863167" y="3727214"/>
            <a:ext cx="17383991" cy="2864892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9C3546C0-D3D8-85F9-DE43-BC5FA48CC673}"/>
              </a:ext>
            </a:extLst>
          </p:cNvPr>
          <p:cNvSpPr txBox="1"/>
          <p:nvPr/>
        </p:nvSpPr>
        <p:spPr>
          <a:xfrm>
            <a:off x="845667" y="3727213"/>
            <a:ext cx="548528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Lyapunov Exponent Calculator</a:t>
            </a:r>
          </a:p>
        </p:txBody>
      </p: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AE674130-EA66-0BE1-8397-869597DBD814}"/>
              </a:ext>
            </a:extLst>
          </p:cNvPr>
          <p:cNvCxnSpPr>
            <a:cxnSpLocks/>
          </p:cNvCxnSpPr>
          <p:nvPr/>
        </p:nvCxnSpPr>
        <p:spPr>
          <a:xfrm>
            <a:off x="10049825" y="3727213"/>
            <a:ext cx="0" cy="286489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/>
              <p:nvPr/>
            </p:nvSpPr>
            <p:spPr>
              <a:xfrm>
                <a:off x="1356780" y="4251490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80" y="4251490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2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/>
              <p:nvPr/>
            </p:nvSpPr>
            <p:spPr>
              <a:xfrm>
                <a:off x="1356779" y="4900433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79" y="4900433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2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1" name="TextBox 1150">
            <a:extLst>
              <a:ext uri="{FF2B5EF4-FFF2-40B4-BE49-F238E27FC236}">
                <a16:creationId xmlns:a16="http://schemas.microsoft.com/office/drawing/2014/main" id="{B10859FF-B9FF-EA29-F098-AEF7E9105A93}"/>
              </a:ext>
            </a:extLst>
          </p:cNvPr>
          <p:cNvSpPr txBox="1"/>
          <p:nvPr/>
        </p:nvSpPr>
        <p:spPr>
          <a:xfrm>
            <a:off x="1832984" y="556801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/>
              <p:nvPr/>
            </p:nvSpPr>
            <p:spPr>
              <a:xfrm>
                <a:off x="1356780" y="5860407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80" y="5860407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2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3" name="Arrow: Right 1152">
            <a:extLst>
              <a:ext uri="{FF2B5EF4-FFF2-40B4-BE49-F238E27FC236}">
                <a16:creationId xmlns:a16="http://schemas.microsoft.com/office/drawing/2014/main" id="{4F548775-4604-CF59-E6C7-8E3F0F3EA57F}"/>
              </a:ext>
            </a:extLst>
          </p:cNvPr>
          <p:cNvSpPr/>
          <p:nvPr/>
        </p:nvSpPr>
        <p:spPr>
          <a:xfrm>
            <a:off x="2913921" y="445265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4" name="Arrow: Right 1153">
            <a:extLst>
              <a:ext uri="{FF2B5EF4-FFF2-40B4-BE49-F238E27FC236}">
                <a16:creationId xmlns:a16="http://schemas.microsoft.com/office/drawing/2014/main" id="{6B5F8950-89C7-F6AD-7308-AAAE83BBCA88}"/>
              </a:ext>
            </a:extLst>
          </p:cNvPr>
          <p:cNvSpPr/>
          <p:nvPr/>
        </p:nvSpPr>
        <p:spPr>
          <a:xfrm>
            <a:off x="2913920" y="5087558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5" name="Arrow: Right 1154">
            <a:extLst>
              <a:ext uri="{FF2B5EF4-FFF2-40B4-BE49-F238E27FC236}">
                <a16:creationId xmlns:a16="http://schemas.microsoft.com/office/drawing/2014/main" id="{76A45E06-872E-D4FE-6543-BEA8F8285509}"/>
              </a:ext>
            </a:extLst>
          </p:cNvPr>
          <p:cNvSpPr/>
          <p:nvPr/>
        </p:nvSpPr>
        <p:spPr>
          <a:xfrm>
            <a:off x="2913919" y="605796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6" name="Rectangle: Rounded Corners 1155">
            <a:extLst>
              <a:ext uri="{FF2B5EF4-FFF2-40B4-BE49-F238E27FC236}">
                <a16:creationId xmlns:a16="http://schemas.microsoft.com/office/drawing/2014/main" id="{DA7783F3-D10B-1F77-1292-4AF6DD11543E}"/>
              </a:ext>
            </a:extLst>
          </p:cNvPr>
          <p:cNvSpPr/>
          <p:nvPr/>
        </p:nvSpPr>
        <p:spPr>
          <a:xfrm>
            <a:off x="3508520" y="4236714"/>
            <a:ext cx="1064970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59" name="Rectangle: Rounded Corners 1158">
            <a:extLst>
              <a:ext uri="{FF2B5EF4-FFF2-40B4-BE49-F238E27FC236}">
                <a16:creationId xmlns:a16="http://schemas.microsoft.com/office/drawing/2014/main" id="{D2F85AEE-683C-9EF5-3425-6E148E4759D1}"/>
              </a:ext>
            </a:extLst>
          </p:cNvPr>
          <p:cNvSpPr/>
          <p:nvPr/>
        </p:nvSpPr>
        <p:spPr>
          <a:xfrm>
            <a:off x="3508520" y="4885657"/>
            <a:ext cx="1064970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0" name="Rectangle: Rounded Corners 1159">
            <a:extLst>
              <a:ext uri="{FF2B5EF4-FFF2-40B4-BE49-F238E27FC236}">
                <a16:creationId xmlns:a16="http://schemas.microsoft.com/office/drawing/2014/main" id="{EEA5ACEA-793C-403A-E877-1702A7E8C18D}"/>
              </a:ext>
            </a:extLst>
          </p:cNvPr>
          <p:cNvSpPr/>
          <p:nvPr/>
        </p:nvSpPr>
        <p:spPr>
          <a:xfrm>
            <a:off x="3508520" y="5845631"/>
            <a:ext cx="1064970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1" name="Arrow: Right 1160">
            <a:extLst>
              <a:ext uri="{FF2B5EF4-FFF2-40B4-BE49-F238E27FC236}">
                <a16:creationId xmlns:a16="http://schemas.microsoft.com/office/drawing/2014/main" id="{2796C9CE-0804-2EFF-10EF-232BD4213C8A}"/>
              </a:ext>
            </a:extLst>
          </p:cNvPr>
          <p:cNvSpPr/>
          <p:nvPr/>
        </p:nvSpPr>
        <p:spPr>
          <a:xfrm>
            <a:off x="4705581" y="445265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2" name="Arrow: Right 1161">
            <a:extLst>
              <a:ext uri="{FF2B5EF4-FFF2-40B4-BE49-F238E27FC236}">
                <a16:creationId xmlns:a16="http://schemas.microsoft.com/office/drawing/2014/main" id="{0870D2F0-FE40-B1F0-E0DC-71CDF82190A4}"/>
              </a:ext>
            </a:extLst>
          </p:cNvPr>
          <p:cNvSpPr/>
          <p:nvPr/>
        </p:nvSpPr>
        <p:spPr>
          <a:xfrm>
            <a:off x="4705581" y="5102308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3" name="Arrow: Right 1162">
            <a:extLst>
              <a:ext uri="{FF2B5EF4-FFF2-40B4-BE49-F238E27FC236}">
                <a16:creationId xmlns:a16="http://schemas.microsoft.com/office/drawing/2014/main" id="{8375402B-91D9-7884-CED2-EE96128669DA}"/>
              </a:ext>
            </a:extLst>
          </p:cNvPr>
          <p:cNvSpPr/>
          <p:nvPr/>
        </p:nvSpPr>
        <p:spPr>
          <a:xfrm>
            <a:off x="4705581" y="6063935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23A8EB5E-95C8-4503-9ADE-E1AD4AEFFE5C}"/>
              </a:ext>
            </a:extLst>
          </p:cNvPr>
          <p:cNvSpPr txBox="1"/>
          <p:nvPr/>
        </p:nvSpPr>
        <p:spPr>
          <a:xfrm>
            <a:off x="3823537" y="556801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/>
              <p:nvPr/>
            </p:nvSpPr>
            <p:spPr>
              <a:xfrm>
                <a:off x="5298678" y="4236714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78" y="4236714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3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/>
              <p:nvPr/>
            </p:nvSpPr>
            <p:spPr>
              <a:xfrm>
                <a:off x="5298677" y="4885657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77" y="4885657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3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7" name="TextBox 1166">
            <a:extLst>
              <a:ext uri="{FF2B5EF4-FFF2-40B4-BE49-F238E27FC236}">
                <a16:creationId xmlns:a16="http://schemas.microsoft.com/office/drawing/2014/main" id="{73FC8785-C1C4-2A08-2C12-B46CB5C51BC9}"/>
              </a:ext>
            </a:extLst>
          </p:cNvPr>
          <p:cNvSpPr txBox="1"/>
          <p:nvPr/>
        </p:nvSpPr>
        <p:spPr>
          <a:xfrm>
            <a:off x="5774882" y="555323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/>
              <p:nvPr/>
            </p:nvSpPr>
            <p:spPr>
              <a:xfrm>
                <a:off x="5298678" y="5845631"/>
                <a:ext cx="1426552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𝐯</m:t>
                      </m:r>
                      <m:r>
                        <a:rPr lang="en-US" sz="2790" b="1" i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78" y="5845631"/>
                <a:ext cx="1426552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3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32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0484fb-39aa-440e-a7f6-ce6b10828c5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4E12A0CEF6A047A2ED39F3719482AA" ma:contentTypeVersion="16" ma:contentTypeDescription="Create a new document." ma:contentTypeScope="" ma:versionID="0e1d78e459d7e83271e38b16816bc458">
  <xsd:schema xmlns:xsd="http://www.w3.org/2001/XMLSchema" xmlns:xs="http://www.w3.org/2001/XMLSchema" xmlns:p="http://schemas.microsoft.com/office/2006/metadata/properties" xmlns:ns3="9dd65258-3995-4e6a-8867-aed9b661a0cf" xmlns:ns4="bf0484fb-39aa-440e-a7f6-ce6b10828c56" targetNamespace="http://schemas.microsoft.com/office/2006/metadata/properties" ma:root="true" ma:fieldsID="177a938d7b189453f861ba34050ac94d" ns3:_="" ns4:_="">
    <xsd:import namespace="9dd65258-3995-4e6a-8867-aed9b661a0cf"/>
    <xsd:import namespace="bf0484fb-39aa-440e-a7f6-ce6b10828c5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_activity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65258-3995-4e6a-8867-aed9b661a0c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484fb-39aa-440e-a7f6-ce6b10828c56" elementFormDefault="qualified">
    <xsd:import namespace="http://schemas.microsoft.com/office/2006/documentManagement/types"/>
    <xsd:import namespace="http://schemas.microsoft.com/office/infopath/2007/PartnerControls"/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6CBD86-C09C-470A-88E8-4B08832346BE}">
  <ds:schemaRefs>
    <ds:schemaRef ds:uri="http://schemas.microsoft.com/office/infopath/2007/PartnerControls"/>
    <ds:schemaRef ds:uri="http://schemas.microsoft.com/office/2006/documentManagement/types"/>
    <ds:schemaRef ds:uri="bf0484fb-39aa-440e-a7f6-ce6b10828c56"/>
    <ds:schemaRef ds:uri="9dd65258-3995-4e6a-8867-aed9b661a0cf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204957A-1A48-4EA0-8205-DDDFF95B0C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9FCC86B-1F9D-4A3C-8003-88B96C4693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d65258-3995-4e6a-8867-aed9b661a0cf"/>
    <ds:schemaRef ds:uri="bf0484fb-39aa-440e-a7f6-ce6b10828c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</TotalTime>
  <Words>98</Words>
  <Application>Microsoft Office PowerPoint</Application>
  <PresentationFormat>Custom</PresentationFormat>
  <Paragraphs>37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HGGothicE</vt:lpstr>
      <vt:lpstr>Aptos</vt:lpstr>
      <vt:lpstr>Aptos Display</vt:lpstr>
      <vt:lpstr>Arial</vt:lpstr>
      <vt:lpstr>Cambria Math</vt:lpstr>
      <vt:lpstr>Times New Roman</vt:lpstr>
      <vt:lpstr>Univers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3</cp:revision>
  <dcterms:created xsi:type="dcterms:W3CDTF">2025-11-19T19:48:52Z</dcterms:created>
  <dcterms:modified xsi:type="dcterms:W3CDTF">2025-11-20T03:52:16Z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0x0101006A4E12A0CEF6A047A2ED39F3719482AA</vt:lpwstr>
  </property>
</Properties>
</file>