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7" r:id="rId5"/>
  </p:sldIdLst>
  <p:sldSz cx="2267743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71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C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788" y="72"/>
      </p:cViewPr>
      <p:guideLst>
        <p:guide orient="horz" pos="5760"/>
        <p:guide pos="71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D860-6EA9-4119-A999-7E65F9394C2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16063" y="1143000"/>
            <a:ext cx="382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62E4E-FD9A-47D0-96B9-D05EB556C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1pPr>
    <a:lvl2pPr marL="982876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2pPr>
    <a:lvl3pPr marL="1965757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3pPr>
    <a:lvl4pPr marL="2948633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4pPr>
    <a:lvl5pPr marL="3931510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5pPr>
    <a:lvl6pPr marL="4914388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6pPr>
    <a:lvl7pPr marL="5897267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7pPr>
    <a:lvl8pPr marL="6880143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8pPr>
    <a:lvl9pPr marL="7863022" algn="l" defTabSz="1965757" rtl="0" eaLnBrk="1" latinLnBrk="0" hangingPunct="1">
      <a:defRPr sz="25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16063" y="1143000"/>
            <a:ext cx="38258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62E4E-FD9A-47D0-96B9-D05EB556C5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9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0808" y="2992968"/>
            <a:ext cx="19275822" cy="6366933"/>
          </a:xfrm>
        </p:spPr>
        <p:txBody>
          <a:bodyPr anchor="b"/>
          <a:lstStyle>
            <a:lvl1pPr algn="ctr">
              <a:defRPr sz="14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4680" y="9605435"/>
            <a:ext cx="17008079" cy="4415365"/>
          </a:xfrm>
        </p:spPr>
        <p:txBody>
          <a:bodyPr/>
          <a:lstStyle>
            <a:lvl1pPr marL="0" indent="0" algn="ctr">
              <a:buNone/>
              <a:defRPr sz="5952"/>
            </a:lvl1pPr>
            <a:lvl2pPr marL="1133856" indent="0" algn="ctr">
              <a:buNone/>
              <a:defRPr sz="4960"/>
            </a:lvl2pPr>
            <a:lvl3pPr marL="2267712" indent="0" algn="ctr">
              <a:buNone/>
              <a:defRPr sz="4464"/>
            </a:lvl3pPr>
            <a:lvl4pPr marL="3401568" indent="0" algn="ctr">
              <a:buNone/>
              <a:defRPr sz="3968"/>
            </a:lvl4pPr>
            <a:lvl5pPr marL="4535424" indent="0" algn="ctr">
              <a:buNone/>
              <a:defRPr sz="3968"/>
            </a:lvl5pPr>
            <a:lvl6pPr marL="5669280" indent="0" algn="ctr">
              <a:buNone/>
              <a:defRPr sz="3968"/>
            </a:lvl6pPr>
            <a:lvl7pPr marL="6803136" indent="0" algn="ctr">
              <a:buNone/>
              <a:defRPr sz="3968"/>
            </a:lvl7pPr>
            <a:lvl8pPr marL="7936992" indent="0" algn="ctr">
              <a:buNone/>
              <a:defRPr sz="3968"/>
            </a:lvl8pPr>
            <a:lvl9pPr marL="9070848" indent="0" algn="ctr">
              <a:buNone/>
              <a:defRPr sz="39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7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264" y="4559305"/>
            <a:ext cx="19559290" cy="7607299"/>
          </a:xfrm>
        </p:spPr>
        <p:txBody>
          <a:bodyPr anchor="b"/>
          <a:lstStyle>
            <a:lvl1pPr>
              <a:defRPr sz="14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7264" y="12238572"/>
            <a:ext cx="19559290" cy="4000499"/>
          </a:xfrm>
        </p:spPr>
        <p:txBody>
          <a:bodyPr/>
          <a:lstStyle>
            <a:lvl1pPr marL="0" indent="0">
              <a:buNone/>
              <a:defRPr sz="5952">
                <a:solidFill>
                  <a:schemeClr val="tx1">
                    <a:tint val="82000"/>
                  </a:schemeClr>
                </a:solidFill>
              </a:defRPr>
            </a:lvl1pPr>
            <a:lvl2pPr marL="1133856" indent="0">
              <a:buNone/>
              <a:defRPr sz="4960">
                <a:solidFill>
                  <a:schemeClr val="tx1">
                    <a:tint val="82000"/>
                  </a:schemeClr>
                </a:solidFill>
              </a:defRPr>
            </a:lvl2pPr>
            <a:lvl3pPr marL="2267712" indent="0">
              <a:buNone/>
              <a:defRPr sz="4464">
                <a:solidFill>
                  <a:schemeClr val="tx1">
                    <a:tint val="82000"/>
                  </a:schemeClr>
                </a:solidFill>
              </a:defRPr>
            </a:lvl3pPr>
            <a:lvl4pPr marL="3401568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4pPr>
            <a:lvl5pPr marL="4535424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5pPr>
            <a:lvl6pPr marL="566928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6pPr>
            <a:lvl7pPr marL="6803136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7pPr>
            <a:lvl8pPr marL="7936992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8pPr>
            <a:lvl9pPr marL="9070848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9074" y="4868333"/>
            <a:ext cx="9637911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80453" y="4868333"/>
            <a:ext cx="9637911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6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028" y="973671"/>
            <a:ext cx="1955929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030" y="4483101"/>
            <a:ext cx="9593618" cy="2197099"/>
          </a:xfrm>
        </p:spPr>
        <p:txBody>
          <a:bodyPr anchor="b"/>
          <a:lstStyle>
            <a:lvl1pPr marL="0" indent="0">
              <a:buNone/>
              <a:defRPr sz="5952" b="1"/>
            </a:lvl1pPr>
            <a:lvl2pPr marL="1133856" indent="0">
              <a:buNone/>
              <a:defRPr sz="4960" b="1"/>
            </a:lvl2pPr>
            <a:lvl3pPr marL="2267712" indent="0">
              <a:buNone/>
              <a:defRPr sz="4464" b="1"/>
            </a:lvl3pPr>
            <a:lvl4pPr marL="3401568" indent="0">
              <a:buNone/>
              <a:defRPr sz="3968" b="1"/>
            </a:lvl4pPr>
            <a:lvl5pPr marL="4535424" indent="0">
              <a:buNone/>
              <a:defRPr sz="3968" b="1"/>
            </a:lvl5pPr>
            <a:lvl6pPr marL="5669280" indent="0">
              <a:buNone/>
              <a:defRPr sz="3968" b="1"/>
            </a:lvl6pPr>
            <a:lvl7pPr marL="6803136" indent="0">
              <a:buNone/>
              <a:defRPr sz="3968" b="1"/>
            </a:lvl7pPr>
            <a:lvl8pPr marL="7936992" indent="0">
              <a:buNone/>
              <a:defRPr sz="3968" b="1"/>
            </a:lvl8pPr>
            <a:lvl9pPr marL="9070848" indent="0">
              <a:buNone/>
              <a:defRPr sz="39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030" y="6680200"/>
            <a:ext cx="9593618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480454" y="4483101"/>
            <a:ext cx="9640865" cy="2197099"/>
          </a:xfrm>
        </p:spPr>
        <p:txBody>
          <a:bodyPr anchor="b"/>
          <a:lstStyle>
            <a:lvl1pPr marL="0" indent="0">
              <a:buNone/>
              <a:defRPr sz="5952" b="1"/>
            </a:lvl1pPr>
            <a:lvl2pPr marL="1133856" indent="0">
              <a:buNone/>
              <a:defRPr sz="4960" b="1"/>
            </a:lvl2pPr>
            <a:lvl3pPr marL="2267712" indent="0">
              <a:buNone/>
              <a:defRPr sz="4464" b="1"/>
            </a:lvl3pPr>
            <a:lvl4pPr marL="3401568" indent="0">
              <a:buNone/>
              <a:defRPr sz="3968" b="1"/>
            </a:lvl4pPr>
            <a:lvl5pPr marL="4535424" indent="0">
              <a:buNone/>
              <a:defRPr sz="3968" b="1"/>
            </a:lvl5pPr>
            <a:lvl6pPr marL="5669280" indent="0">
              <a:buNone/>
              <a:defRPr sz="3968" b="1"/>
            </a:lvl6pPr>
            <a:lvl7pPr marL="6803136" indent="0">
              <a:buNone/>
              <a:defRPr sz="3968" b="1"/>
            </a:lvl7pPr>
            <a:lvl8pPr marL="7936992" indent="0">
              <a:buNone/>
              <a:defRPr sz="3968" b="1"/>
            </a:lvl8pPr>
            <a:lvl9pPr marL="9070848" indent="0">
              <a:buNone/>
              <a:defRPr sz="39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480454" y="6680200"/>
            <a:ext cx="964086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6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8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8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028" y="1219200"/>
            <a:ext cx="7314064" cy="4267200"/>
          </a:xfrm>
        </p:spPr>
        <p:txBody>
          <a:bodyPr anchor="b"/>
          <a:lstStyle>
            <a:lvl1pPr>
              <a:defRPr sz="7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0865" y="2633138"/>
            <a:ext cx="11480453" cy="12996333"/>
          </a:xfrm>
        </p:spPr>
        <p:txBody>
          <a:bodyPr/>
          <a:lstStyle>
            <a:lvl1pPr>
              <a:defRPr sz="7936"/>
            </a:lvl1pPr>
            <a:lvl2pPr>
              <a:defRPr sz="6944"/>
            </a:lvl2pPr>
            <a:lvl3pPr>
              <a:defRPr sz="5952"/>
            </a:lvl3pPr>
            <a:lvl4pPr>
              <a:defRPr sz="4960"/>
            </a:lvl4pPr>
            <a:lvl5pPr>
              <a:defRPr sz="4960"/>
            </a:lvl5pPr>
            <a:lvl6pPr>
              <a:defRPr sz="4960"/>
            </a:lvl6pPr>
            <a:lvl7pPr>
              <a:defRPr sz="4960"/>
            </a:lvl7pPr>
            <a:lvl8pPr>
              <a:defRPr sz="4960"/>
            </a:lvl8pPr>
            <a:lvl9pPr>
              <a:defRPr sz="4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028" y="5486400"/>
            <a:ext cx="7314064" cy="10164235"/>
          </a:xfrm>
        </p:spPr>
        <p:txBody>
          <a:bodyPr/>
          <a:lstStyle>
            <a:lvl1pPr marL="0" indent="0">
              <a:buNone/>
              <a:defRPr sz="3968"/>
            </a:lvl1pPr>
            <a:lvl2pPr marL="1133856" indent="0">
              <a:buNone/>
              <a:defRPr sz="3472"/>
            </a:lvl2pPr>
            <a:lvl3pPr marL="2267712" indent="0">
              <a:buNone/>
              <a:defRPr sz="2976"/>
            </a:lvl3pPr>
            <a:lvl4pPr marL="3401568" indent="0">
              <a:buNone/>
              <a:defRPr sz="2480"/>
            </a:lvl4pPr>
            <a:lvl5pPr marL="4535424" indent="0">
              <a:buNone/>
              <a:defRPr sz="2480"/>
            </a:lvl5pPr>
            <a:lvl6pPr marL="5669280" indent="0">
              <a:buNone/>
              <a:defRPr sz="2480"/>
            </a:lvl6pPr>
            <a:lvl7pPr marL="6803136" indent="0">
              <a:buNone/>
              <a:defRPr sz="2480"/>
            </a:lvl7pPr>
            <a:lvl8pPr marL="7936992" indent="0">
              <a:buNone/>
              <a:defRPr sz="2480"/>
            </a:lvl8pPr>
            <a:lvl9pPr marL="9070848" indent="0">
              <a:buNone/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028" y="1219200"/>
            <a:ext cx="7314064" cy="4267200"/>
          </a:xfrm>
        </p:spPr>
        <p:txBody>
          <a:bodyPr anchor="b"/>
          <a:lstStyle>
            <a:lvl1pPr>
              <a:defRPr sz="7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40865" y="2633138"/>
            <a:ext cx="11480453" cy="12996333"/>
          </a:xfrm>
        </p:spPr>
        <p:txBody>
          <a:bodyPr anchor="t"/>
          <a:lstStyle>
            <a:lvl1pPr marL="0" indent="0">
              <a:buNone/>
              <a:defRPr sz="7936"/>
            </a:lvl1pPr>
            <a:lvl2pPr marL="1133856" indent="0">
              <a:buNone/>
              <a:defRPr sz="6944"/>
            </a:lvl2pPr>
            <a:lvl3pPr marL="2267712" indent="0">
              <a:buNone/>
              <a:defRPr sz="5952"/>
            </a:lvl3pPr>
            <a:lvl4pPr marL="3401568" indent="0">
              <a:buNone/>
              <a:defRPr sz="4960"/>
            </a:lvl4pPr>
            <a:lvl5pPr marL="4535424" indent="0">
              <a:buNone/>
              <a:defRPr sz="4960"/>
            </a:lvl5pPr>
            <a:lvl6pPr marL="5669280" indent="0">
              <a:buNone/>
              <a:defRPr sz="4960"/>
            </a:lvl6pPr>
            <a:lvl7pPr marL="6803136" indent="0">
              <a:buNone/>
              <a:defRPr sz="4960"/>
            </a:lvl7pPr>
            <a:lvl8pPr marL="7936992" indent="0">
              <a:buNone/>
              <a:defRPr sz="4960"/>
            </a:lvl8pPr>
            <a:lvl9pPr marL="9070848" indent="0">
              <a:buNone/>
              <a:defRPr sz="4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028" y="5486400"/>
            <a:ext cx="7314064" cy="10164235"/>
          </a:xfrm>
        </p:spPr>
        <p:txBody>
          <a:bodyPr/>
          <a:lstStyle>
            <a:lvl1pPr marL="0" indent="0">
              <a:buNone/>
              <a:defRPr sz="3968"/>
            </a:lvl1pPr>
            <a:lvl2pPr marL="1133856" indent="0">
              <a:buNone/>
              <a:defRPr sz="3472"/>
            </a:lvl2pPr>
            <a:lvl3pPr marL="2267712" indent="0">
              <a:buNone/>
              <a:defRPr sz="2976"/>
            </a:lvl3pPr>
            <a:lvl4pPr marL="3401568" indent="0">
              <a:buNone/>
              <a:defRPr sz="2480"/>
            </a:lvl4pPr>
            <a:lvl5pPr marL="4535424" indent="0">
              <a:buNone/>
              <a:defRPr sz="2480"/>
            </a:lvl5pPr>
            <a:lvl6pPr marL="5669280" indent="0">
              <a:buNone/>
              <a:defRPr sz="2480"/>
            </a:lvl6pPr>
            <a:lvl7pPr marL="6803136" indent="0">
              <a:buNone/>
              <a:defRPr sz="2480"/>
            </a:lvl7pPr>
            <a:lvl8pPr marL="7936992" indent="0">
              <a:buNone/>
              <a:defRPr sz="2480"/>
            </a:lvl8pPr>
            <a:lvl9pPr marL="9070848" indent="0">
              <a:buNone/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1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2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228543" y="973667"/>
            <a:ext cx="488982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9075" y="973667"/>
            <a:ext cx="1438600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9074" y="973671"/>
            <a:ext cx="1955929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074" y="4868333"/>
            <a:ext cx="1955929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9074" y="16950271"/>
            <a:ext cx="5102424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D2A03-21FB-4445-B0CA-50857B6CED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11902" y="16950271"/>
            <a:ext cx="765363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15940" y="16950271"/>
            <a:ext cx="5102424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267712" rtl="0" eaLnBrk="1" latinLnBrk="0" hangingPunct="1">
        <a:lnSpc>
          <a:spcPct val="90000"/>
        </a:lnSpc>
        <a:spcBef>
          <a:spcPct val="0"/>
        </a:spcBef>
        <a:buNone/>
        <a:defRPr sz="109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6928" indent="-566928" algn="l" defTabSz="2267712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6944" kern="1200">
          <a:solidFill>
            <a:schemeClr val="tx1"/>
          </a:solidFill>
          <a:latin typeface="+mn-lt"/>
          <a:ea typeface="+mn-ea"/>
          <a:cs typeface="+mn-cs"/>
        </a:defRPr>
      </a:lvl1pPr>
      <a:lvl2pPr marL="1700784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2pPr>
      <a:lvl3pPr marL="2834640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3pPr>
      <a:lvl4pPr marL="3968496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4pPr>
      <a:lvl5pPr marL="5102352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5pPr>
      <a:lvl6pPr marL="6236208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6pPr>
      <a:lvl7pPr marL="7370064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7pPr>
      <a:lvl8pPr marL="8503920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8pPr>
      <a:lvl9pPr marL="9637776" indent="-566928" algn="l" defTabSz="2267712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1pPr>
      <a:lvl2pPr marL="1133856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2pPr>
      <a:lvl3pPr marL="2267712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3pPr>
      <a:lvl4pPr marL="3401568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4pPr>
      <a:lvl5pPr marL="4535424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5pPr>
      <a:lvl6pPr marL="5669280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6pPr>
      <a:lvl7pPr marL="6803136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7pPr>
      <a:lvl8pPr marL="7936992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8pPr>
      <a:lvl9pPr marL="9070848" algn="l" defTabSz="2267712" rtl="0" eaLnBrk="1" latinLnBrk="0" hangingPunct="1">
        <a:defRPr sz="44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9" Type="http://schemas.openxmlformats.org/officeDocument/2006/relationships/image" Target="../media/image36.svg"/><Relationship Id="rId21" Type="http://schemas.openxmlformats.org/officeDocument/2006/relationships/image" Target="../media/image18.svg"/><Relationship Id="rId34" Type="http://schemas.openxmlformats.org/officeDocument/2006/relationships/image" Target="../media/image31.png"/><Relationship Id="rId42" Type="http://schemas.openxmlformats.org/officeDocument/2006/relationships/image" Target="../media/image39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svg"/><Relationship Id="rId40" Type="http://schemas.openxmlformats.org/officeDocument/2006/relationships/image" Target="../media/image37.png"/><Relationship Id="rId45" Type="http://schemas.openxmlformats.org/officeDocument/2006/relationships/image" Target="../media/image42.png"/><Relationship Id="rId5" Type="http://schemas.openxmlformats.org/officeDocument/2006/relationships/image" Target="../media/image2.png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31" Type="http://schemas.openxmlformats.org/officeDocument/2006/relationships/image" Target="../media/image28.png"/><Relationship Id="rId44" Type="http://schemas.openxmlformats.org/officeDocument/2006/relationships/image" Target="../media/image41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svg"/><Relationship Id="rId30" Type="http://schemas.openxmlformats.org/officeDocument/2006/relationships/image" Target="../media/image27.png"/><Relationship Id="rId35" Type="http://schemas.openxmlformats.org/officeDocument/2006/relationships/image" Target="../media/image32.svg"/><Relationship Id="rId43" Type="http://schemas.openxmlformats.org/officeDocument/2006/relationships/image" Target="../media/image40.png"/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33" Type="http://schemas.openxmlformats.org/officeDocument/2006/relationships/image" Target="../media/image30.png"/><Relationship Id="rId38" Type="http://schemas.openxmlformats.org/officeDocument/2006/relationships/image" Target="../media/image35.png"/><Relationship Id="rId20" Type="http://schemas.openxmlformats.org/officeDocument/2006/relationships/image" Target="../media/image17.png"/><Relationship Id="rId41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3703C6-2B33-B815-6E66-DB7D2439B0A2}"/>
              </a:ext>
            </a:extLst>
          </p:cNvPr>
          <p:cNvSpPr/>
          <p:nvPr/>
        </p:nvSpPr>
        <p:spPr>
          <a:xfrm>
            <a:off x="153138" y="142595"/>
            <a:ext cx="4804650" cy="2864892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pic>
        <p:nvPicPr>
          <p:cNvPr id="10" name="Picture 9" descr="A pixelated heart with hands&#10;&#10;AI-generated content may be incorrect.">
            <a:extLst>
              <a:ext uri="{FF2B5EF4-FFF2-40B4-BE49-F238E27FC236}">
                <a16:creationId xmlns:a16="http://schemas.microsoft.com/office/drawing/2014/main" id="{731DB112-D4C7-2AE8-29DA-B5AFE26D7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7" b="89974" l="8301" r="93457">
                        <a14:foregroundMark x1="51367" y1="7031" x2="51367" y2="7031"/>
                        <a14:foregroundMark x1="20215" y1="8724" x2="20215" y2="8724"/>
                        <a14:foregroundMark x1="23340" y1="7878" x2="23340" y2="7878"/>
                        <a14:foregroundMark x1="27734" y1="7487" x2="27734" y2="7487"/>
                        <a14:foregroundMark x1="37695" y1="7487" x2="37695" y2="7487"/>
                        <a14:foregroundMark x1="37695" y1="7487" x2="37695" y2="7487"/>
                        <a14:foregroundMark x1="34570" y1="5404" x2="34570" y2="5404"/>
                        <a14:foregroundMark x1="34570" y1="5404" x2="34570" y2="5404"/>
                        <a14:foregroundMark x1="34570" y1="5404" x2="34570" y2="5404"/>
                        <a14:foregroundMark x1="30859" y1="5404" x2="30859" y2="5404"/>
                        <a14:foregroundMark x1="44531" y1="5404" x2="44531" y2="5404"/>
                        <a14:foregroundMark x1="50781" y1="5794" x2="50781" y2="5794"/>
                        <a14:foregroundMark x1="53906" y1="5794" x2="53906" y2="5794"/>
                        <a14:foregroundMark x1="47656" y1="7487" x2="47656" y2="7487"/>
                        <a14:foregroundMark x1="48242" y1="7031" x2="48242" y2="7031"/>
                        <a14:foregroundMark x1="45801" y1="9570" x2="45801" y2="9570"/>
                        <a14:foregroundMark x1="50098" y1="7487" x2="50098" y2="7487"/>
                        <a14:foregroundMark x1="48242" y1="6250" x2="48242" y2="6250"/>
                        <a14:foregroundMark x1="40137" y1="4557" x2="29590" y2="7487"/>
                        <a14:foregroundMark x1="19629" y1="9570" x2="19629" y2="9570"/>
                        <a14:foregroundMark x1="8398" y1="10352" x2="8398" y2="10352"/>
                        <a14:foregroundMark x1="30859" y1="9961" x2="30859" y2="9961"/>
                        <a14:foregroundMark x1="22070" y1="8724" x2="22070" y2="8724"/>
                        <a14:foregroundMark x1="28320" y1="12891" x2="28320" y2="16992"/>
                        <a14:foregroundMark x1="27051" y1="26563" x2="25195" y2="34049"/>
                        <a14:foregroundMark x1="24609" y1="41927" x2="22754" y2="46484"/>
                        <a14:foregroundMark x1="20215" y1="52734" x2="17773" y2="56901"/>
                        <a14:foregroundMark x1="16504" y1="61849" x2="17773" y2="69336"/>
                        <a14:foregroundMark x1="19629" y1="70964" x2="67676" y2="86328"/>
                        <a14:foregroundMark x1="67676" y1="86328" x2="67773" y2="37109"/>
                        <a14:foregroundMark x1="67773" y1="37109" x2="32813" y2="24544"/>
                        <a14:foregroundMark x1="32813" y1="24544" x2="47656" y2="14128"/>
                        <a14:foregroundMark x1="84375" y1="33203" x2="93457" y2="72331"/>
                        <a14:foregroundMark x1="93457" y1="72331" x2="79980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80" y="626752"/>
            <a:ext cx="1587157" cy="23807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2B0C55-6D81-010B-1E25-A6776ACDADE3}"/>
              </a:ext>
            </a:extLst>
          </p:cNvPr>
          <p:cNvSpPr/>
          <p:nvPr/>
        </p:nvSpPr>
        <p:spPr>
          <a:xfrm>
            <a:off x="840516" y="1794108"/>
            <a:ext cx="662872" cy="6878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4DC00E-602D-6267-B404-53627916B413}"/>
              </a:ext>
            </a:extLst>
          </p:cNvPr>
          <p:cNvCxnSpPr>
            <a:cxnSpLocks/>
          </p:cNvCxnSpPr>
          <p:nvPr/>
        </p:nvCxnSpPr>
        <p:spPr>
          <a:xfrm flipV="1">
            <a:off x="1503387" y="1089395"/>
            <a:ext cx="1839232" cy="704719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C720AE-AE80-FD86-EB55-D2374FAE856E}"/>
              </a:ext>
            </a:extLst>
          </p:cNvPr>
          <p:cNvCxnSpPr>
            <a:cxnSpLocks/>
          </p:cNvCxnSpPr>
          <p:nvPr/>
        </p:nvCxnSpPr>
        <p:spPr>
          <a:xfrm flipV="1">
            <a:off x="1503392" y="2426306"/>
            <a:ext cx="1904589" cy="8231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ue and orange swirls&#10;&#10;AI-generated content may be incorrect.">
            <a:extLst>
              <a:ext uri="{FF2B5EF4-FFF2-40B4-BE49-F238E27FC236}">
                <a16:creationId xmlns:a16="http://schemas.microsoft.com/office/drawing/2014/main" id="{4C60DF95-C189-D3DE-13DA-54541BC1B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30" y="1089399"/>
            <a:ext cx="1336911" cy="1336911"/>
          </a:xfrm>
          <a:prstGeom prst="roundRect">
            <a:avLst>
              <a:gd name="adj" fmla="val 44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F71F242-0BF6-8D0E-6732-BB5D721164D3}"/>
              </a:ext>
            </a:extLst>
          </p:cNvPr>
          <p:cNvSpPr txBox="1"/>
          <p:nvPr/>
        </p:nvSpPr>
        <p:spPr>
          <a:xfrm>
            <a:off x="164781" y="164184"/>
            <a:ext cx="2361544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Simulation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20340BF-0AC9-6CB0-A0C8-0703256B8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6107" y="220234"/>
            <a:ext cx="1336911" cy="558488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6D4584-EE74-F7B8-81FC-E3D143C07931}"/>
              </a:ext>
            </a:extLst>
          </p:cNvPr>
          <p:cNvSpPr/>
          <p:nvPr/>
        </p:nvSpPr>
        <p:spPr>
          <a:xfrm>
            <a:off x="5755926" y="142595"/>
            <a:ext cx="11873922" cy="4637369"/>
          </a:xfrm>
          <a:prstGeom prst="roundRect">
            <a:avLst>
              <a:gd name="adj" fmla="val 6239"/>
            </a:avLst>
          </a:prstGeom>
          <a:solidFill>
            <a:srgbClr val="F9FCF7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/>
              <p:nvPr/>
            </p:nvSpPr>
            <p:spPr>
              <a:xfrm>
                <a:off x="5767569" y="164183"/>
                <a:ext cx="3583871" cy="52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Data</a:t>
                </a:r>
                <a14:m>
                  <m:oMath xmlns:m="http://schemas.openxmlformats.org/officeDocument/2006/math">
                    <m:r>
                      <a:rPr lang="en-US" sz="2790" b="1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(point </a:t>
                </a:r>
                <a14:m>
                  <m:oMath xmlns:m="http://schemas.openxmlformats.org/officeDocument/2006/math">
                    <m:r>
                      <a:rPr lang="en-US" sz="27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) </a:t>
                </a:r>
                <a:r>
                  <a:rPr lang="en-US" sz="2790" b="1" dirty="0">
                    <a:latin typeface="Univers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790" b="1" dirty="0">
                    <a:latin typeface="HGGothicE" panose="020B0400000000000000" pitchFamily="49" charset="-128"/>
                    <a:ea typeface="HGGothicE" panose="020B0400000000000000" pitchFamily="49" charset="-128"/>
                    <a:cs typeface="Times New Roman" panose="02020603050405020304" pitchFamily="18" charset="0"/>
                  </a:rPr>
                  <a:t> </a:t>
                </a:r>
                <a:endParaRPr lang="en-US" sz="27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569" y="164183"/>
                <a:ext cx="3583871" cy="521681"/>
              </a:xfrm>
              <a:prstGeom prst="rect">
                <a:avLst/>
              </a:prstGeom>
              <a:blipFill>
                <a:blip r:embed="rId8"/>
                <a:stretch>
                  <a:fillRect l="-340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Right 43">
            <a:extLst>
              <a:ext uri="{FF2B5EF4-FFF2-40B4-BE49-F238E27FC236}">
                <a16:creationId xmlns:a16="http://schemas.microsoft.com/office/drawing/2014/main" id="{D842B008-9AB5-1CF7-4DD4-2AC84D56AF90}"/>
              </a:ext>
            </a:extLst>
          </p:cNvPr>
          <p:cNvSpPr/>
          <p:nvPr/>
        </p:nvSpPr>
        <p:spPr>
          <a:xfrm>
            <a:off x="5047590" y="1502938"/>
            <a:ext cx="630179" cy="144207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FA050-C210-16D5-B39C-61D5660823B2}"/>
              </a:ext>
            </a:extLst>
          </p:cNvPr>
          <p:cNvSpPr txBox="1"/>
          <p:nvPr/>
        </p:nvSpPr>
        <p:spPr>
          <a:xfrm>
            <a:off x="5739546" y="754742"/>
            <a:ext cx="1090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Voltage(u)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3F1BCF-095F-CA6E-1712-5FA71F70E7AA}"/>
              </a:ext>
            </a:extLst>
          </p:cNvPr>
          <p:cNvSpPr txBox="1"/>
          <p:nvPr/>
        </p:nvSpPr>
        <p:spPr>
          <a:xfrm>
            <a:off x="6023666" y="33411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A086BC-152B-B4A3-4A54-0557E5314467}"/>
              </a:ext>
            </a:extLst>
          </p:cNvPr>
          <p:cNvSpPr txBox="1"/>
          <p:nvPr/>
        </p:nvSpPr>
        <p:spPr>
          <a:xfrm>
            <a:off x="5870087" y="4071784"/>
            <a:ext cx="1043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</a:t>
            </a:r>
          </a:p>
        </p:txBody>
      </p:sp>
      <p:sp>
        <p:nvSpPr>
          <p:cNvPr id="48" name="Right Bracket 47">
            <a:extLst>
              <a:ext uri="{FF2B5EF4-FFF2-40B4-BE49-F238E27FC236}">
                <a16:creationId xmlns:a16="http://schemas.microsoft.com/office/drawing/2014/main" id="{F2BD9E04-5420-4873-E3AE-41F15DE4A0F2}"/>
              </a:ext>
            </a:extLst>
          </p:cNvPr>
          <p:cNvSpPr/>
          <p:nvPr/>
        </p:nvSpPr>
        <p:spPr>
          <a:xfrm rot="5400000">
            <a:off x="8477032" y="2956049"/>
            <a:ext cx="175773" cy="2774894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D48989-8158-44D6-6318-4802E1F62DC0}"/>
              </a:ext>
            </a:extLst>
          </p:cNvPr>
          <p:cNvSpPr txBox="1"/>
          <p:nvPr/>
        </p:nvSpPr>
        <p:spPr>
          <a:xfrm>
            <a:off x="7027608" y="436173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DBB811-5656-077E-0A31-FBEE853D8BBD}"/>
              </a:ext>
            </a:extLst>
          </p:cNvPr>
          <p:cNvSpPr txBox="1"/>
          <p:nvPr/>
        </p:nvSpPr>
        <p:spPr>
          <a:xfrm>
            <a:off x="9505153" y="436173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52e4</a:t>
            </a:r>
          </a:p>
        </p:txBody>
      </p:sp>
      <p:sp>
        <p:nvSpPr>
          <p:cNvPr id="57" name="Right Bracket 56">
            <a:extLst>
              <a:ext uri="{FF2B5EF4-FFF2-40B4-BE49-F238E27FC236}">
                <a16:creationId xmlns:a16="http://schemas.microsoft.com/office/drawing/2014/main" id="{6880C309-9020-FBDA-01E3-9F8902335090}"/>
              </a:ext>
            </a:extLst>
          </p:cNvPr>
          <p:cNvSpPr/>
          <p:nvPr/>
        </p:nvSpPr>
        <p:spPr>
          <a:xfrm rot="5400000">
            <a:off x="13493248" y="782223"/>
            <a:ext cx="175773" cy="7122548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23E276-9810-6570-A0DA-9ABE25622CF2}"/>
              </a:ext>
            </a:extLst>
          </p:cNvPr>
          <p:cNvSpPr txBox="1"/>
          <p:nvPr/>
        </p:nvSpPr>
        <p:spPr>
          <a:xfrm>
            <a:off x="16799205" y="4361730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183e4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D4FAE9-C2E4-C527-0C42-2223295E88C1}"/>
              </a:ext>
            </a:extLst>
          </p:cNvPr>
          <p:cNvSpPr txBox="1"/>
          <p:nvPr/>
        </p:nvSpPr>
        <p:spPr>
          <a:xfrm>
            <a:off x="7969536" y="4086331"/>
            <a:ext cx="1025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/>
              <p:nvPr/>
            </p:nvSpPr>
            <p:spPr>
              <a:xfrm>
                <a:off x="10451510" y="4076885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510" y="4076885"/>
                <a:ext cx="470513" cy="356380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4946AA7C-CB48-5A18-7ADE-39BE3F83FF51}"/>
              </a:ext>
            </a:extLst>
          </p:cNvPr>
          <p:cNvCxnSpPr>
            <a:cxnSpLocks/>
          </p:cNvCxnSpPr>
          <p:nvPr/>
        </p:nvCxnSpPr>
        <p:spPr>
          <a:xfrm>
            <a:off x="11439904" y="3778661"/>
            <a:ext cx="0" cy="65272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7F7F6CDD-156F-A296-75B1-3B7D59B12BFA}"/>
              </a:ext>
            </a:extLst>
          </p:cNvPr>
          <p:cNvCxnSpPr>
            <a:cxnSpLocks/>
          </p:cNvCxnSpPr>
          <p:nvPr/>
        </p:nvCxnSpPr>
        <p:spPr>
          <a:xfrm>
            <a:off x="14279861" y="3817431"/>
            <a:ext cx="0" cy="61395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BA9370D3-32C4-642F-AF64-D81E35437F6B}"/>
              </a:ext>
            </a:extLst>
          </p:cNvPr>
          <p:cNvCxnSpPr>
            <a:cxnSpLocks/>
          </p:cNvCxnSpPr>
          <p:nvPr/>
        </p:nvCxnSpPr>
        <p:spPr>
          <a:xfrm>
            <a:off x="12860818" y="3817431"/>
            <a:ext cx="0" cy="60745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47A4D54A-E5C5-EAD5-4D6E-742726AD8112}"/>
              </a:ext>
            </a:extLst>
          </p:cNvPr>
          <p:cNvCxnSpPr>
            <a:cxnSpLocks/>
          </p:cNvCxnSpPr>
          <p:nvPr/>
        </p:nvCxnSpPr>
        <p:spPr>
          <a:xfrm>
            <a:off x="15691703" y="3889370"/>
            <a:ext cx="0" cy="5486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/>
              <p:nvPr/>
            </p:nvSpPr>
            <p:spPr>
              <a:xfrm>
                <a:off x="11953426" y="4079489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3426" y="4079489"/>
                <a:ext cx="470513" cy="356380"/>
              </a:xfrm>
              <a:prstGeom prst="rect">
                <a:avLst/>
              </a:prstGeom>
              <a:blipFill>
                <a:blip r:embed="rId10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/>
              <p:nvPr/>
            </p:nvSpPr>
            <p:spPr>
              <a:xfrm>
                <a:off x="13382285" y="4078512"/>
                <a:ext cx="470513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2285" y="4078512"/>
                <a:ext cx="470513" cy="357534"/>
              </a:xfrm>
              <a:prstGeom prst="rect">
                <a:avLst/>
              </a:prstGeom>
              <a:blipFill>
                <a:blip r:embed="rId11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/>
              <p:nvPr/>
            </p:nvSpPr>
            <p:spPr>
              <a:xfrm>
                <a:off x="14767201" y="4078463"/>
                <a:ext cx="470513" cy="355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7201" y="4078463"/>
                <a:ext cx="470513" cy="355738"/>
              </a:xfrm>
              <a:prstGeom prst="rect">
                <a:avLst/>
              </a:prstGeom>
              <a:blipFill>
                <a:blip r:embed="rId1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/>
              <p:nvPr/>
            </p:nvSpPr>
            <p:spPr>
              <a:xfrm>
                <a:off x="16203235" y="4076806"/>
                <a:ext cx="470513" cy="361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3235" y="4076806"/>
                <a:ext cx="470513" cy="361189"/>
              </a:xfrm>
              <a:prstGeom prst="rect">
                <a:avLst/>
              </a:prstGeom>
              <a:blipFill>
                <a:blip r:embed="rId13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8" name="Flowchart: Connector 1057">
            <a:extLst>
              <a:ext uri="{FF2B5EF4-FFF2-40B4-BE49-F238E27FC236}">
                <a16:creationId xmlns:a16="http://schemas.microsoft.com/office/drawing/2014/main" id="{4DDC754D-AEAC-030E-C166-7E928C19AC55}"/>
              </a:ext>
            </a:extLst>
          </p:cNvPr>
          <p:cNvSpPr/>
          <p:nvPr/>
        </p:nvSpPr>
        <p:spPr>
          <a:xfrm>
            <a:off x="4498354" y="1140719"/>
            <a:ext cx="150725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Flowchart: Connector 1058">
            <a:extLst>
              <a:ext uri="{FF2B5EF4-FFF2-40B4-BE49-F238E27FC236}">
                <a16:creationId xmlns:a16="http://schemas.microsoft.com/office/drawing/2014/main" id="{AB2FF581-FDAF-19FB-4997-0B12E9EADCA2}"/>
              </a:ext>
            </a:extLst>
          </p:cNvPr>
          <p:cNvSpPr/>
          <p:nvPr/>
        </p:nvSpPr>
        <p:spPr>
          <a:xfrm>
            <a:off x="8463001" y="390680"/>
            <a:ext cx="150725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V 1">
            <a:extLst>
              <a:ext uri="{FF2B5EF4-FFF2-40B4-BE49-F238E27FC236}">
                <a16:creationId xmlns:a16="http://schemas.microsoft.com/office/drawing/2014/main" id="{E5D1DF12-9651-FF0B-AD04-2A4C7E0E5F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56945" y="641008"/>
            <a:ext cx="3920320" cy="630936"/>
          </a:xfrm>
          <a:prstGeom prst="rect">
            <a:avLst/>
          </a:prstGeom>
        </p:spPr>
      </p:pic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81190BD8-39F4-F9D3-1678-F2F9C32EA2AB}"/>
              </a:ext>
            </a:extLst>
          </p:cNvPr>
          <p:cNvCxnSpPr>
            <a:cxnSpLocks/>
          </p:cNvCxnSpPr>
          <p:nvPr/>
        </p:nvCxnSpPr>
        <p:spPr>
          <a:xfrm>
            <a:off x="10018746" y="3778661"/>
            <a:ext cx="0" cy="6462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A1E3D48B-F4DA-0586-1B37-59C62EF6F158}"/>
              </a:ext>
            </a:extLst>
          </p:cNvPr>
          <p:cNvSpPr txBox="1"/>
          <p:nvPr/>
        </p:nvSpPr>
        <p:spPr>
          <a:xfrm>
            <a:off x="11234421" y="85150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E9728DF8-6483-954D-6F40-1E151C8A40BA}"/>
              </a:ext>
            </a:extLst>
          </p:cNvPr>
          <p:cNvSpPr txBox="1"/>
          <p:nvPr/>
        </p:nvSpPr>
        <p:spPr>
          <a:xfrm>
            <a:off x="11229771" y="340972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1B6E5C41-1AFB-4434-0562-98D54B2EF52F}"/>
              </a:ext>
            </a:extLst>
          </p:cNvPr>
          <p:cNvSpPr txBox="1"/>
          <p:nvPr/>
        </p:nvSpPr>
        <p:spPr>
          <a:xfrm>
            <a:off x="6735329" y="83611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AC56F13-9511-5EB6-1E91-A87325E67F34}"/>
              </a:ext>
            </a:extLst>
          </p:cNvPr>
          <p:cNvSpPr txBox="1"/>
          <p:nvPr/>
        </p:nvSpPr>
        <p:spPr>
          <a:xfrm>
            <a:off x="6740543" y="340972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84" name="V2">
            <a:extLst>
              <a:ext uri="{FF2B5EF4-FFF2-40B4-BE49-F238E27FC236}">
                <a16:creationId xmlns:a16="http://schemas.microsoft.com/office/drawing/2014/main" id="{C18B0D61-2EB4-CD21-5ADD-D50048D646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72647"/>
          <a:stretch>
            <a:fillRect/>
          </a:stretch>
        </p:blipFill>
        <p:spPr>
          <a:xfrm>
            <a:off x="11359123" y="627611"/>
            <a:ext cx="1282698" cy="630936"/>
          </a:xfrm>
          <a:prstGeom prst="rect">
            <a:avLst/>
          </a:prstGeom>
        </p:spPr>
      </p:pic>
      <p:pic>
        <p:nvPicPr>
          <p:cNvPr id="1085" name="V3">
            <a:extLst>
              <a:ext uri="{FF2B5EF4-FFF2-40B4-BE49-F238E27FC236}">
                <a16:creationId xmlns:a16="http://schemas.microsoft.com/office/drawing/2014/main" id="{78657BC1-EAF9-C6AC-586F-14B75FD794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6941" r="54176"/>
          <a:stretch>
            <a:fillRect/>
          </a:stretch>
        </p:blipFill>
        <p:spPr>
          <a:xfrm>
            <a:off x="13033628" y="641008"/>
            <a:ext cx="1095135" cy="630936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09062B71-C14A-B111-40D7-B3D286653B62}"/>
              </a:ext>
            </a:extLst>
          </p:cNvPr>
          <p:cNvSpPr txBox="1"/>
          <p:nvPr/>
        </p:nvSpPr>
        <p:spPr>
          <a:xfrm>
            <a:off x="12642609" y="85150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F1A31DE8-889A-77EE-4693-21BEA5A377DF}"/>
              </a:ext>
            </a:extLst>
          </p:cNvPr>
          <p:cNvSpPr txBox="1"/>
          <p:nvPr/>
        </p:nvSpPr>
        <p:spPr>
          <a:xfrm>
            <a:off x="14076161" y="85497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2FCDC34B-04DD-5E4A-261C-84485EA60375}"/>
              </a:ext>
            </a:extLst>
          </p:cNvPr>
          <p:cNvSpPr txBox="1"/>
          <p:nvPr/>
        </p:nvSpPr>
        <p:spPr>
          <a:xfrm>
            <a:off x="15475704" y="85150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93C1D5FD-AE63-1F44-B2A1-49F9EC286AE7}"/>
              </a:ext>
            </a:extLst>
          </p:cNvPr>
          <p:cNvSpPr txBox="1"/>
          <p:nvPr/>
        </p:nvSpPr>
        <p:spPr>
          <a:xfrm>
            <a:off x="15495360" y="340336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5A189538-AC5A-39D0-C26C-A0F4E478579E}"/>
              </a:ext>
            </a:extLst>
          </p:cNvPr>
          <p:cNvSpPr txBox="1"/>
          <p:nvPr/>
        </p:nvSpPr>
        <p:spPr>
          <a:xfrm>
            <a:off x="14076317" y="340336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365E2280-A4B6-632C-5948-D5F86823F67A}"/>
              </a:ext>
            </a:extLst>
          </p:cNvPr>
          <p:cNvSpPr txBox="1"/>
          <p:nvPr/>
        </p:nvSpPr>
        <p:spPr>
          <a:xfrm>
            <a:off x="12648201" y="340336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94" name="V4">
            <a:extLst>
              <a:ext uri="{FF2B5EF4-FFF2-40B4-BE49-F238E27FC236}">
                <a16:creationId xmlns:a16="http://schemas.microsoft.com/office/drawing/2014/main" id="{AFF7DB49-E195-8B03-F6A4-7FF58EAE3A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45842" r="28616"/>
          <a:stretch>
            <a:fillRect/>
          </a:stretch>
        </p:blipFill>
        <p:spPr>
          <a:xfrm>
            <a:off x="14466217" y="636065"/>
            <a:ext cx="1074389" cy="630936"/>
          </a:xfrm>
          <a:prstGeom prst="rect">
            <a:avLst/>
          </a:prstGeom>
        </p:spPr>
      </p:pic>
      <p:pic>
        <p:nvPicPr>
          <p:cNvPr id="1096" name="V5">
            <a:extLst>
              <a:ext uri="{FF2B5EF4-FFF2-40B4-BE49-F238E27FC236}">
                <a16:creationId xmlns:a16="http://schemas.microsoft.com/office/drawing/2014/main" id="{864972B0-0C7F-220A-3BAE-EDF430F995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71634" r="3072"/>
          <a:stretch>
            <a:fillRect/>
          </a:stretch>
        </p:blipFill>
        <p:spPr>
          <a:xfrm>
            <a:off x="15895403" y="636065"/>
            <a:ext cx="1247004" cy="630936"/>
          </a:xfrm>
          <a:prstGeom prst="rect">
            <a:avLst/>
          </a:prstGeom>
        </p:spPr>
      </p:pic>
      <p:pic>
        <p:nvPicPr>
          <p:cNvPr id="1133" name="APD1">
            <a:extLst>
              <a:ext uri="{FF2B5EF4-FFF2-40B4-BE49-F238E27FC236}">
                <a16:creationId xmlns:a16="http://schemas.microsoft.com/office/drawing/2014/main" id="{8D921A0F-7D47-894B-F915-9CEC8A1E54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60421" y="3131630"/>
            <a:ext cx="4200013" cy="685800"/>
          </a:xfrm>
          <a:prstGeom prst="rect">
            <a:avLst/>
          </a:prstGeom>
        </p:spPr>
      </p:pic>
      <p:pic>
        <p:nvPicPr>
          <p:cNvPr id="1135" name="APD2">
            <a:extLst>
              <a:ext uri="{FF2B5EF4-FFF2-40B4-BE49-F238E27FC236}">
                <a16:creationId xmlns:a16="http://schemas.microsoft.com/office/drawing/2014/main" id="{0356A2DD-EFAA-0AAE-26CC-7582D29875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732035" y="3203569"/>
            <a:ext cx="856603" cy="685800"/>
          </a:xfrm>
          <a:prstGeom prst="rect">
            <a:avLst/>
          </a:prstGeom>
        </p:spPr>
      </p:pic>
      <p:pic>
        <p:nvPicPr>
          <p:cNvPr id="1137" name="APD3">
            <a:extLst>
              <a:ext uri="{FF2B5EF4-FFF2-40B4-BE49-F238E27FC236}">
                <a16:creationId xmlns:a16="http://schemas.microsoft.com/office/drawing/2014/main" id="{AEA3C279-34DA-6F57-7D57-04837B82C98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048791" y="3092860"/>
            <a:ext cx="1092104" cy="685800"/>
          </a:xfrm>
          <a:prstGeom prst="rect">
            <a:avLst/>
          </a:prstGeom>
        </p:spPr>
      </p:pic>
      <p:pic>
        <p:nvPicPr>
          <p:cNvPr id="1139" name="APD4">
            <a:extLst>
              <a:ext uri="{FF2B5EF4-FFF2-40B4-BE49-F238E27FC236}">
                <a16:creationId xmlns:a16="http://schemas.microsoft.com/office/drawing/2014/main" id="{A56BF377-886B-4FF7-FECB-10517FEE2B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418921" y="3367753"/>
            <a:ext cx="1129093" cy="685800"/>
          </a:xfrm>
          <a:prstGeom prst="rect">
            <a:avLst/>
          </a:prstGeom>
        </p:spPr>
      </p:pic>
      <p:pic>
        <p:nvPicPr>
          <p:cNvPr id="1143" name="APD5">
            <a:extLst>
              <a:ext uri="{FF2B5EF4-FFF2-40B4-BE49-F238E27FC236}">
                <a16:creationId xmlns:a16="http://schemas.microsoft.com/office/drawing/2014/main" id="{DA92AE34-3253-1DF3-B4B2-C7C37FEBCBF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900995" y="3363656"/>
            <a:ext cx="1092104" cy="685800"/>
          </a:xfrm>
          <a:prstGeom prst="rect">
            <a:avLst/>
          </a:prstGeom>
        </p:spPr>
      </p:pic>
      <p:sp>
        <p:nvSpPr>
          <p:cNvPr id="1144" name="Rectangle: Rounded Corners 1143">
            <a:extLst>
              <a:ext uri="{FF2B5EF4-FFF2-40B4-BE49-F238E27FC236}">
                <a16:creationId xmlns:a16="http://schemas.microsoft.com/office/drawing/2014/main" id="{685E78C0-45F4-3CF7-072A-65EE9825A70E}"/>
              </a:ext>
            </a:extLst>
          </p:cNvPr>
          <p:cNvSpPr/>
          <p:nvPr/>
        </p:nvSpPr>
        <p:spPr>
          <a:xfrm>
            <a:off x="5830578" y="5112383"/>
            <a:ext cx="11712184" cy="2864892"/>
          </a:xfrm>
          <a:prstGeom prst="roundRect">
            <a:avLst>
              <a:gd name="adj" fmla="val 6239"/>
            </a:avLst>
          </a:prstGeom>
          <a:solidFill>
            <a:srgbClr val="F9FCF7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C3546C0-D3D8-85F9-DE43-BC5FA48CC673}"/>
              </a:ext>
            </a:extLst>
          </p:cNvPr>
          <p:cNvSpPr txBox="1"/>
          <p:nvPr/>
        </p:nvSpPr>
        <p:spPr>
          <a:xfrm>
            <a:off x="5813076" y="5112383"/>
            <a:ext cx="5485284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Lyapunov Exponent Calculator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/>
              <p:nvPr/>
            </p:nvSpPr>
            <p:spPr>
              <a:xfrm>
                <a:off x="6055818" y="5636659"/>
                <a:ext cx="2381905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𝐯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18" y="5636659"/>
                <a:ext cx="2381905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2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/>
              <p:nvPr/>
            </p:nvSpPr>
            <p:spPr>
              <a:xfrm>
                <a:off x="6055817" y="6285602"/>
                <a:ext cx="2381905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𝐯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17" y="6285602"/>
                <a:ext cx="2381905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2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1" name="TextBox 1150">
            <a:extLst>
              <a:ext uri="{FF2B5EF4-FFF2-40B4-BE49-F238E27FC236}">
                <a16:creationId xmlns:a16="http://schemas.microsoft.com/office/drawing/2014/main" id="{B10859FF-B9FF-EA29-F098-AEF7E9105A93}"/>
              </a:ext>
            </a:extLst>
          </p:cNvPr>
          <p:cNvSpPr txBox="1"/>
          <p:nvPr/>
        </p:nvSpPr>
        <p:spPr>
          <a:xfrm>
            <a:off x="6854178" y="695318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/>
              <p:nvPr/>
            </p:nvSpPr>
            <p:spPr>
              <a:xfrm>
                <a:off x="6055818" y="7245576"/>
                <a:ext cx="2381905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𝐯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en-US" sz="279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18" y="7245576"/>
                <a:ext cx="2381905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3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Arrow: Right 1152">
            <a:extLst>
              <a:ext uri="{FF2B5EF4-FFF2-40B4-BE49-F238E27FC236}">
                <a16:creationId xmlns:a16="http://schemas.microsoft.com/office/drawing/2014/main" id="{4F548775-4604-CF59-E6C7-8E3F0F3EA57F}"/>
              </a:ext>
            </a:extLst>
          </p:cNvPr>
          <p:cNvSpPr/>
          <p:nvPr/>
        </p:nvSpPr>
        <p:spPr>
          <a:xfrm>
            <a:off x="8569821" y="5837828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" name="Arrow: Right 1153">
            <a:extLst>
              <a:ext uri="{FF2B5EF4-FFF2-40B4-BE49-F238E27FC236}">
                <a16:creationId xmlns:a16="http://schemas.microsoft.com/office/drawing/2014/main" id="{6B5F8950-89C7-F6AD-7308-AAAE83BBCA88}"/>
              </a:ext>
            </a:extLst>
          </p:cNvPr>
          <p:cNvSpPr/>
          <p:nvPr/>
        </p:nvSpPr>
        <p:spPr>
          <a:xfrm>
            <a:off x="8569820" y="6472727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" name="Arrow: Right 1154">
            <a:extLst>
              <a:ext uri="{FF2B5EF4-FFF2-40B4-BE49-F238E27FC236}">
                <a16:creationId xmlns:a16="http://schemas.microsoft.com/office/drawing/2014/main" id="{76A45E06-872E-D4FE-6543-BEA8F8285509}"/>
              </a:ext>
            </a:extLst>
          </p:cNvPr>
          <p:cNvSpPr/>
          <p:nvPr/>
        </p:nvSpPr>
        <p:spPr>
          <a:xfrm>
            <a:off x="8569819" y="7443138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: Rounded Corners 1155">
            <a:extLst>
              <a:ext uri="{FF2B5EF4-FFF2-40B4-BE49-F238E27FC236}">
                <a16:creationId xmlns:a16="http://schemas.microsoft.com/office/drawing/2014/main" id="{DA7783F3-D10B-1F77-1292-4AF6DD11543E}"/>
              </a:ext>
            </a:extLst>
          </p:cNvPr>
          <p:cNvSpPr/>
          <p:nvPr/>
        </p:nvSpPr>
        <p:spPr>
          <a:xfrm>
            <a:off x="9164420" y="5621883"/>
            <a:ext cx="1064970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59" name="Rectangle: Rounded Corners 1158">
            <a:extLst>
              <a:ext uri="{FF2B5EF4-FFF2-40B4-BE49-F238E27FC236}">
                <a16:creationId xmlns:a16="http://schemas.microsoft.com/office/drawing/2014/main" id="{D2F85AEE-683C-9EF5-3425-6E148E4759D1}"/>
              </a:ext>
            </a:extLst>
          </p:cNvPr>
          <p:cNvSpPr/>
          <p:nvPr/>
        </p:nvSpPr>
        <p:spPr>
          <a:xfrm>
            <a:off x="9164420" y="6270826"/>
            <a:ext cx="1064970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0" name="Rectangle: Rounded Corners 1159">
            <a:extLst>
              <a:ext uri="{FF2B5EF4-FFF2-40B4-BE49-F238E27FC236}">
                <a16:creationId xmlns:a16="http://schemas.microsoft.com/office/drawing/2014/main" id="{EEA5ACEA-793C-403A-E877-1702A7E8C18D}"/>
              </a:ext>
            </a:extLst>
          </p:cNvPr>
          <p:cNvSpPr/>
          <p:nvPr/>
        </p:nvSpPr>
        <p:spPr>
          <a:xfrm>
            <a:off x="9164420" y="7230800"/>
            <a:ext cx="1064970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1" name="Arrow: Right 1160">
            <a:extLst>
              <a:ext uri="{FF2B5EF4-FFF2-40B4-BE49-F238E27FC236}">
                <a16:creationId xmlns:a16="http://schemas.microsoft.com/office/drawing/2014/main" id="{2796C9CE-0804-2EFF-10EF-232BD4213C8A}"/>
              </a:ext>
            </a:extLst>
          </p:cNvPr>
          <p:cNvSpPr/>
          <p:nvPr/>
        </p:nvSpPr>
        <p:spPr>
          <a:xfrm>
            <a:off x="10361481" y="5837828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Arrow: Right 1161">
            <a:extLst>
              <a:ext uri="{FF2B5EF4-FFF2-40B4-BE49-F238E27FC236}">
                <a16:creationId xmlns:a16="http://schemas.microsoft.com/office/drawing/2014/main" id="{0870D2F0-FE40-B1F0-E0DC-71CDF82190A4}"/>
              </a:ext>
            </a:extLst>
          </p:cNvPr>
          <p:cNvSpPr/>
          <p:nvPr/>
        </p:nvSpPr>
        <p:spPr>
          <a:xfrm>
            <a:off x="10361481" y="6487477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Arrow: Right 1162">
            <a:extLst>
              <a:ext uri="{FF2B5EF4-FFF2-40B4-BE49-F238E27FC236}">
                <a16:creationId xmlns:a16="http://schemas.microsoft.com/office/drawing/2014/main" id="{8375402B-91D9-7884-CED2-EE96128669DA}"/>
              </a:ext>
            </a:extLst>
          </p:cNvPr>
          <p:cNvSpPr/>
          <p:nvPr/>
        </p:nvSpPr>
        <p:spPr>
          <a:xfrm>
            <a:off x="10361481" y="7449104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23A8EB5E-95C8-4503-9ADE-E1AD4AEFFE5C}"/>
              </a:ext>
            </a:extLst>
          </p:cNvPr>
          <p:cNvSpPr txBox="1"/>
          <p:nvPr/>
        </p:nvSpPr>
        <p:spPr>
          <a:xfrm>
            <a:off x="9479437" y="695318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/>
              <p:nvPr/>
            </p:nvSpPr>
            <p:spPr>
              <a:xfrm>
                <a:off x="10954578" y="5621883"/>
                <a:ext cx="1064968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578" y="5621883"/>
                <a:ext cx="1064968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31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/>
              <p:nvPr/>
            </p:nvSpPr>
            <p:spPr>
              <a:xfrm>
                <a:off x="10954577" y="6270826"/>
                <a:ext cx="1064968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577" y="6270826"/>
                <a:ext cx="1064968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3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/>
              <p:nvPr/>
            </p:nvSpPr>
            <p:spPr>
              <a:xfrm>
                <a:off x="10954578" y="7230800"/>
                <a:ext cx="1064968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578" y="7230800"/>
                <a:ext cx="1064968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3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EFF324-A91F-A86D-D2FB-70C53DBF1E6E}"/>
              </a:ext>
            </a:extLst>
          </p:cNvPr>
          <p:cNvSpPr txBox="1"/>
          <p:nvPr/>
        </p:nvSpPr>
        <p:spPr>
          <a:xfrm>
            <a:off x="6188627" y="163191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10CB2-F702-3E17-7AE5-5B3CBE40779B}"/>
              </a:ext>
            </a:extLst>
          </p:cNvPr>
          <p:cNvSpPr txBox="1"/>
          <p:nvPr/>
        </p:nvSpPr>
        <p:spPr>
          <a:xfrm>
            <a:off x="11235551" y="173781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5095C-4D71-AC55-99AF-EAFD74B94045}"/>
              </a:ext>
            </a:extLst>
          </p:cNvPr>
          <p:cNvSpPr txBox="1"/>
          <p:nvPr/>
        </p:nvSpPr>
        <p:spPr>
          <a:xfrm>
            <a:off x="6736459" y="172242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F75A0-C4A7-6EF6-5F2A-9CA73BC6A3DD}"/>
              </a:ext>
            </a:extLst>
          </p:cNvPr>
          <p:cNvSpPr txBox="1"/>
          <p:nvPr/>
        </p:nvSpPr>
        <p:spPr>
          <a:xfrm>
            <a:off x="12643739" y="173781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B3956-98E9-DC00-3E7E-BE15265FFCA2}"/>
              </a:ext>
            </a:extLst>
          </p:cNvPr>
          <p:cNvSpPr txBox="1"/>
          <p:nvPr/>
        </p:nvSpPr>
        <p:spPr>
          <a:xfrm>
            <a:off x="14077291" y="174128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C2D6FD-9969-0368-ABF5-5F4EC2795B00}"/>
              </a:ext>
            </a:extLst>
          </p:cNvPr>
          <p:cNvSpPr txBox="1"/>
          <p:nvPr/>
        </p:nvSpPr>
        <p:spPr>
          <a:xfrm>
            <a:off x="15476834" y="173781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CB1E1-DCA6-27F5-E4C2-89AEA140797E}"/>
              </a:ext>
            </a:extLst>
          </p:cNvPr>
          <p:cNvSpPr txBox="1"/>
          <p:nvPr/>
        </p:nvSpPr>
        <p:spPr>
          <a:xfrm>
            <a:off x="6169397" y="252595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B3939-4DEE-458D-0270-E1F7259EE98F}"/>
              </a:ext>
            </a:extLst>
          </p:cNvPr>
          <p:cNvSpPr txBox="1"/>
          <p:nvPr/>
        </p:nvSpPr>
        <p:spPr>
          <a:xfrm>
            <a:off x="11230083" y="265275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A6E76-B0B3-B554-3372-82B1FC306B5C}"/>
              </a:ext>
            </a:extLst>
          </p:cNvPr>
          <p:cNvSpPr txBox="1"/>
          <p:nvPr/>
        </p:nvSpPr>
        <p:spPr>
          <a:xfrm>
            <a:off x="6730991" y="263736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4E1388-A8F7-377E-EEB9-28993D5C8023}"/>
              </a:ext>
            </a:extLst>
          </p:cNvPr>
          <p:cNvSpPr txBox="1"/>
          <p:nvPr/>
        </p:nvSpPr>
        <p:spPr>
          <a:xfrm>
            <a:off x="12638271" y="265275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C04E6-10DB-0F3F-5BB8-3CAB1FCB60ED}"/>
              </a:ext>
            </a:extLst>
          </p:cNvPr>
          <p:cNvSpPr txBox="1"/>
          <p:nvPr/>
        </p:nvSpPr>
        <p:spPr>
          <a:xfrm>
            <a:off x="14071823" y="265621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820DA2-DCC8-921E-30CB-D2ED1C04013B}"/>
              </a:ext>
            </a:extLst>
          </p:cNvPr>
          <p:cNvSpPr txBox="1"/>
          <p:nvPr/>
        </p:nvSpPr>
        <p:spPr>
          <a:xfrm>
            <a:off x="15471366" y="265275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58" name="v2">
            <a:extLst>
              <a:ext uri="{FF2B5EF4-FFF2-40B4-BE49-F238E27FC236}">
                <a16:creationId xmlns:a16="http://schemas.microsoft.com/office/drawing/2014/main" id="{688CEEE2-7D03-D07C-1571-12B19FCB02B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r="74351"/>
          <a:stretch>
            <a:fillRect/>
          </a:stretch>
        </p:blipFill>
        <p:spPr>
          <a:xfrm>
            <a:off x="11509765" y="1536639"/>
            <a:ext cx="1078873" cy="630936"/>
          </a:xfrm>
          <a:prstGeom prst="rect">
            <a:avLst/>
          </a:prstGeom>
        </p:spPr>
      </p:pic>
      <p:pic>
        <p:nvPicPr>
          <p:cNvPr id="63" name="v1">
            <a:extLst>
              <a:ext uri="{FF2B5EF4-FFF2-40B4-BE49-F238E27FC236}">
                <a16:creationId xmlns:a16="http://schemas.microsoft.com/office/drawing/2014/main" id="{8B1FA3E9-9C80-D741-DD7C-88D2FE8E2D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13985" y="1522376"/>
            <a:ext cx="4206240" cy="630936"/>
          </a:xfrm>
          <a:prstGeom prst="rect">
            <a:avLst/>
          </a:prstGeom>
        </p:spPr>
      </p:pic>
      <p:pic>
        <p:nvPicPr>
          <p:cNvPr id="1025" name="v5">
            <a:extLst>
              <a:ext uri="{FF2B5EF4-FFF2-40B4-BE49-F238E27FC236}">
                <a16:creationId xmlns:a16="http://schemas.microsoft.com/office/drawing/2014/main" id="{6987A31A-810C-AE45-D3E9-4D278F691D6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74322"/>
          <a:stretch>
            <a:fillRect/>
          </a:stretch>
        </p:blipFill>
        <p:spPr>
          <a:xfrm>
            <a:off x="16021902" y="1522376"/>
            <a:ext cx="1080070" cy="630936"/>
          </a:xfrm>
          <a:prstGeom prst="rect">
            <a:avLst/>
          </a:prstGeom>
        </p:spPr>
      </p:pic>
      <p:pic>
        <p:nvPicPr>
          <p:cNvPr id="1026" name="v3">
            <a:extLst>
              <a:ext uri="{FF2B5EF4-FFF2-40B4-BE49-F238E27FC236}">
                <a16:creationId xmlns:a16="http://schemas.microsoft.com/office/drawing/2014/main" id="{B03E681E-E877-B236-37DE-46207532E86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23791" r="50928"/>
          <a:stretch>
            <a:fillRect/>
          </a:stretch>
        </p:blipFill>
        <p:spPr>
          <a:xfrm>
            <a:off x="13033628" y="1522376"/>
            <a:ext cx="1063379" cy="630936"/>
          </a:xfrm>
          <a:prstGeom prst="rect">
            <a:avLst/>
          </a:prstGeom>
        </p:spPr>
      </p:pic>
      <p:pic>
        <p:nvPicPr>
          <p:cNvPr id="1033" name="v4">
            <a:extLst>
              <a:ext uri="{FF2B5EF4-FFF2-40B4-BE49-F238E27FC236}">
                <a16:creationId xmlns:a16="http://schemas.microsoft.com/office/drawing/2014/main" id="{49356F3F-164F-5825-8797-DB3CE8610AE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43533" r="25242"/>
          <a:stretch>
            <a:fillRect/>
          </a:stretch>
        </p:blipFill>
        <p:spPr>
          <a:xfrm>
            <a:off x="14435949" y="1528511"/>
            <a:ext cx="1155096" cy="630936"/>
          </a:xfrm>
          <a:prstGeom prst="rect">
            <a:avLst/>
          </a:prstGeom>
        </p:spPr>
      </p:pic>
      <p:pic>
        <p:nvPicPr>
          <p:cNvPr id="1036" name="Graphic 1035">
            <a:extLst>
              <a:ext uri="{FF2B5EF4-FFF2-40B4-BE49-F238E27FC236}">
                <a16:creationId xmlns:a16="http://schemas.microsoft.com/office/drawing/2014/main" id="{768BB360-117E-1278-5B3B-5AB5A03824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090564" y="2359715"/>
            <a:ext cx="4206240" cy="630936"/>
          </a:xfrm>
          <a:prstGeom prst="rect">
            <a:avLst/>
          </a:prstGeom>
        </p:spPr>
      </p:pic>
      <p:pic>
        <p:nvPicPr>
          <p:cNvPr id="1038" name="Graphic 1037">
            <a:extLst>
              <a:ext uri="{FF2B5EF4-FFF2-40B4-BE49-F238E27FC236}">
                <a16:creationId xmlns:a16="http://schemas.microsoft.com/office/drawing/2014/main" id="{DCCB14DA-5AB3-BC78-9CB0-489FCF62565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r="75486"/>
          <a:stretch>
            <a:fillRect/>
          </a:stretch>
        </p:blipFill>
        <p:spPr>
          <a:xfrm>
            <a:off x="11484906" y="2457265"/>
            <a:ext cx="1031133" cy="630936"/>
          </a:xfrm>
          <a:prstGeom prst="rect">
            <a:avLst/>
          </a:prstGeom>
        </p:spPr>
      </p:pic>
      <p:pic>
        <p:nvPicPr>
          <p:cNvPr id="1039" name="Graphic 1038">
            <a:extLst>
              <a:ext uri="{FF2B5EF4-FFF2-40B4-BE49-F238E27FC236}">
                <a16:creationId xmlns:a16="http://schemas.microsoft.com/office/drawing/2014/main" id="{773AE75C-0686-67D1-A0D4-FD6908C890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70089"/>
          <a:stretch>
            <a:fillRect/>
          </a:stretch>
        </p:blipFill>
        <p:spPr>
          <a:xfrm>
            <a:off x="16044680" y="2461278"/>
            <a:ext cx="1258135" cy="630936"/>
          </a:xfrm>
          <a:prstGeom prst="rect">
            <a:avLst/>
          </a:prstGeom>
        </p:spPr>
      </p:pic>
      <p:pic>
        <p:nvPicPr>
          <p:cNvPr id="1040" name="Graphic 1039">
            <a:extLst>
              <a:ext uri="{FF2B5EF4-FFF2-40B4-BE49-F238E27FC236}">
                <a16:creationId xmlns:a16="http://schemas.microsoft.com/office/drawing/2014/main" id="{FFCF867C-6C44-BEF0-2DC0-5D79CCF64B7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44642" r="29247"/>
          <a:stretch>
            <a:fillRect/>
          </a:stretch>
        </p:blipFill>
        <p:spPr>
          <a:xfrm>
            <a:off x="14474137" y="2459211"/>
            <a:ext cx="1098342" cy="630936"/>
          </a:xfrm>
          <a:prstGeom prst="rect">
            <a:avLst/>
          </a:prstGeom>
        </p:spPr>
      </p:pic>
      <p:pic>
        <p:nvPicPr>
          <p:cNvPr id="1041" name="Graphic 1040">
            <a:extLst>
              <a:ext uri="{FF2B5EF4-FFF2-40B4-BE49-F238E27FC236}">
                <a16:creationId xmlns:a16="http://schemas.microsoft.com/office/drawing/2014/main" id="{3EE11026-9585-8545-B3E5-B52B4F8F93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25579" r="54963"/>
          <a:stretch>
            <a:fillRect/>
          </a:stretch>
        </p:blipFill>
        <p:spPr>
          <a:xfrm>
            <a:off x="13171894" y="2372522"/>
            <a:ext cx="818479" cy="630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/>
              <p:nvPr/>
            </p:nvSpPr>
            <p:spPr>
              <a:xfrm>
                <a:off x="4607692" y="961152"/>
                <a:ext cx="360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692" y="961152"/>
                <a:ext cx="360996" cy="46166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DC686DB8-EF2E-9F2A-4EA2-5551D69E95C7}"/>
              </a:ext>
            </a:extLst>
          </p:cNvPr>
          <p:cNvCxnSpPr>
            <a:cxnSpLocks/>
          </p:cNvCxnSpPr>
          <p:nvPr/>
        </p:nvCxnSpPr>
        <p:spPr>
          <a:xfrm>
            <a:off x="12127923" y="5880080"/>
            <a:ext cx="34276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8F721CF6-3505-15E8-8A4B-D0341F3F1654}"/>
              </a:ext>
            </a:extLst>
          </p:cNvPr>
          <p:cNvCxnSpPr>
            <a:cxnSpLocks/>
          </p:cNvCxnSpPr>
          <p:nvPr/>
        </p:nvCxnSpPr>
        <p:spPr>
          <a:xfrm flipV="1">
            <a:off x="12127923" y="6076978"/>
            <a:ext cx="342766" cy="136616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E33FC9D4-CA2F-328D-55D4-176CD259D60A}"/>
              </a:ext>
            </a:extLst>
          </p:cNvPr>
          <p:cNvCxnSpPr>
            <a:cxnSpLocks/>
          </p:cNvCxnSpPr>
          <p:nvPr/>
        </p:nvCxnSpPr>
        <p:spPr>
          <a:xfrm flipV="1">
            <a:off x="12141160" y="6022243"/>
            <a:ext cx="256310" cy="52395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9DBFFAF3-7B21-2C9D-1160-FF2B922770D3}"/>
              </a:ext>
            </a:extLst>
          </p:cNvPr>
          <p:cNvCxnSpPr>
            <a:cxnSpLocks/>
          </p:cNvCxnSpPr>
          <p:nvPr/>
        </p:nvCxnSpPr>
        <p:spPr>
          <a:xfrm>
            <a:off x="12553844" y="5872392"/>
            <a:ext cx="646054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9" name="TextBox 1068">
            <a:extLst>
              <a:ext uri="{FF2B5EF4-FFF2-40B4-BE49-F238E27FC236}">
                <a16:creationId xmlns:a16="http://schemas.microsoft.com/office/drawing/2014/main" id="{1CC6A808-01CF-5786-A9AB-A19AF1C1931D}"/>
              </a:ext>
            </a:extLst>
          </p:cNvPr>
          <p:cNvSpPr txBox="1"/>
          <p:nvPr/>
        </p:nvSpPr>
        <p:spPr>
          <a:xfrm>
            <a:off x="12547495" y="5503062"/>
            <a:ext cx="75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/>
              <p:nvPr/>
            </p:nvSpPr>
            <p:spPr>
              <a:xfrm>
                <a:off x="13460051" y="5621883"/>
                <a:ext cx="1064965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0051" y="5621883"/>
                <a:ext cx="1064965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4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/>
              <p:nvPr/>
            </p:nvSpPr>
            <p:spPr>
              <a:xfrm>
                <a:off x="13460050" y="6581857"/>
                <a:ext cx="106497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0050" y="6581857"/>
                <a:ext cx="106497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44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0" name="TextBox 1079">
            <a:extLst>
              <a:ext uri="{FF2B5EF4-FFF2-40B4-BE49-F238E27FC236}">
                <a16:creationId xmlns:a16="http://schemas.microsoft.com/office/drawing/2014/main" id="{903B9D23-475F-22C7-B1EC-87E6E7971F56}"/>
              </a:ext>
            </a:extLst>
          </p:cNvPr>
          <p:cNvSpPr txBox="1"/>
          <p:nvPr/>
        </p:nvSpPr>
        <p:spPr>
          <a:xfrm>
            <a:off x="13775067" y="630423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BEE689DD-5A19-36F3-96C6-19C8E7B4AC86}"/>
              </a:ext>
            </a:extLst>
          </p:cNvPr>
          <p:cNvCxnSpPr>
            <a:cxnSpLocks/>
          </p:cNvCxnSpPr>
          <p:nvPr/>
        </p:nvCxnSpPr>
        <p:spPr>
          <a:xfrm>
            <a:off x="15024222" y="5874423"/>
            <a:ext cx="68609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3" name="TextBox 1082">
            <a:extLst>
              <a:ext uri="{FF2B5EF4-FFF2-40B4-BE49-F238E27FC236}">
                <a16:creationId xmlns:a16="http://schemas.microsoft.com/office/drawing/2014/main" id="{D9795BB3-4AAA-E23A-CD17-20AB5AF68792}"/>
              </a:ext>
            </a:extLst>
          </p:cNvPr>
          <p:cNvSpPr txBox="1"/>
          <p:nvPr/>
        </p:nvSpPr>
        <p:spPr>
          <a:xfrm>
            <a:off x="14970768" y="5480943"/>
            <a:ext cx="708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61D70E69-A345-613E-0FAA-1A78D24215A3}"/>
              </a:ext>
            </a:extLst>
          </p:cNvPr>
          <p:cNvCxnSpPr>
            <a:cxnSpLocks/>
          </p:cNvCxnSpPr>
          <p:nvPr/>
        </p:nvCxnSpPr>
        <p:spPr>
          <a:xfrm>
            <a:off x="14635339" y="5881097"/>
            <a:ext cx="34276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C9ADE2A9-3421-4C62-B872-0F3C10615BFE}"/>
              </a:ext>
            </a:extLst>
          </p:cNvPr>
          <p:cNvCxnSpPr>
            <a:cxnSpLocks/>
          </p:cNvCxnSpPr>
          <p:nvPr/>
        </p:nvCxnSpPr>
        <p:spPr>
          <a:xfrm flipV="1">
            <a:off x="14629438" y="5992143"/>
            <a:ext cx="318584" cy="961037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/>
              <p:nvPr/>
            </p:nvSpPr>
            <p:spPr>
              <a:xfrm>
                <a:off x="15771364" y="5606201"/>
                <a:ext cx="1685672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𝑳𝑬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𝒖𝒗𝒘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364" y="5606201"/>
                <a:ext cx="1685672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45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7" name="TextBox 1196">
            <a:extLst>
              <a:ext uri="{FF2B5EF4-FFF2-40B4-BE49-F238E27FC236}">
                <a16:creationId xmlns:a16="http://schemas.microsoft.com/office/drawing/2014/main" id="{2B1F6C32-2FBE-354F-4E42-91A77DB33BFD}"/>
              </a:ext>
            </a:extLst>
          </p:cNvPr>
          <p:cNvSpPr txBox="1"/>
          <p:nvPr/>
        </p:nvSpPr>
        <p:spPr>
          <a:xfrm>
            <a:off x="11276106" y="695318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</p:spTree>
    <p:extLst>
      <p:ext uri="{BB962C8B-B14F-4D97-AF65-F5344CB8AC3E}">
        <p14:creationId xmlns:p14="http://schemas.microsoft.com/office/powerpoint/2010/main" val="1563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484fb-39aa-440e-a7f6-ce6b10828c5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E12A0CEF6A047A2ED39F3719482AA" ma:contentTypeVersion="16" ma:contentTypeDescription="Create a new document." ma:contentTypeScope="" ma:versionID="0e1d78e459d7e83271e38b16816bc458">
  <xsd:schema xmlns:xsd="http://www.w3.org/2001/XMLSchema" xmlns:xs="http://www.w3.org/2001/XMLSchema" xmlns:p="http://schemas.microsoft.com/office/2006/metadata/properties" xmlns:ns3="9dd65258-3995-4e6a-8867-aed9b661a0cf" xmlns:ns4="bf0484fb-39aa-440e-a7f6-ce6b10828c56" targetNamespace="http://schemas.microsoft.com/office/2006/metadata/properties" ma:root="true" ma:fieldsID="177a938d7b189453f861ba34050ac94d" ns3:_="" ns4:_="">
    <xsd:import namespace="9dd65258-3995-4e6a-8867-aed9b661a0cf"/>
    <xsd:import namespace="bf0484fb-39aa-440e-a7f6-ce6b10828c5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65258-3995-4e6a-8867-aed9b661a0c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484fb-39aa-440e-a7f6-ce6b10828c56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6CBD86-C09C-470A-88E8-4B08832346BE}">
  <ds:schemaRefs>
    <ds:schemaRef ds:uri="http://schemas.microsoft.com/office/infopath/2007/PartnerControls"/>
    <ds:schemaRef ds:uri="http://schemas.microsoft.com/office/2006/documentManagement/types"/>
    <ds:schemaRef ds:uri="bf0484fb-39aa-440e-a7f6-ce6b10828c56"/>
    <ds:schemaRef ds:uri="9dd65258-3995-4e6a-8867-aed9b661a0cf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204957A-1A48-4EA0-8205-DDDFF95B0C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FCC86B-1F9D-4A3C-8003-88B96C469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d65258-3995-4e6a-8867-aed9b661a0cf"/>
    <ds:schemaRef ds:uri="bf0484fb-39aa-440e-a7f6-ce6b10828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375</TotalTime>
  <Words>151</Words>
  <Application>Microsoft Office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HGGothicE</vt:lpstr>
      <vt:lpstr>Aptos</vt:lpstr>
      <vt:lpstr>Aptos Display</vt:lpstr>
      <vt:lpstr>Arial</vt:lpstr>
      <vt:lpstr>Cambria Math</vt:lpstr>
      <vt:lpstr>Times New Roman</vt:lpstr>
      <vt:lpstr>Univers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4</cp:revision>
  <dcterms:created xsi:type="dcterms:W3CDTF">2025-11-19T19:48:52Z</dcterms:created>
  <dcterms:modified xsi:type="dcterms:W3CDTF">2025-11-20T07:39:22Z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0x0101006A4E12A0CEF6A047A2ED39F3719482AA</vt:lpwstr>
  </property>
</Properties>
</file>